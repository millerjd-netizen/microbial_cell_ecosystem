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Bebas Neue"/>
      <p:regular r:id="rId35"/>
    </p:embeddedFont>
    <p:embeddedFont>
      <p:font typeface="Outfit"/>
      <p:regular r:id="rId36"/>
      <p:bold r:id="rId37"/>
    </p:embeddedFont>
    <p:embeddedFont>
      <p:font typeface="Archivo"/>
      <p:regular r:id="rId38"/>
      <p:bold r:id="rId39"/>
      <p:italic r:id="rId40"/>
      <p:boldItalic r:id="rId41"/>
    </p:embeddedFont>
    <p:embeddedFont>
      <p:font typeface="DM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9">
          <p15:clr>
            <a:srgbClr val="747775"/>
          </p15:clr>
        </p15:guide>
        <p15:guide id="2" orient="horz" pos="2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9" orient="horz"/>
        <p:guide pos="21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italic.fntdata"/><Relationship Id="rId20" Type="http://schemas.openxmlformats.org/officeDocument/2006/relationships/slide" Target="slides/slide15.xml"/><Relationship Id="rId42" Type="http://schemas.openxmlformats.org/officeDocument/2006/relationships/font" Target="fonts/DMSans-regular.fntdata"/><Relationship Id="rId41" Type="http://schemas.openxmlformats.org/officeDocument/2006/relationships/font" Target="fonts/Archivo-boldItalic.fntdata"/><Relationship Id="rId22" Type="http://schemas.openxmlformats.org/officeDocument/2006/relationships/slide" Target="slides/slide17.xml"/><Relationship Id="rId44" Type="http://schemas.openxmlformats.org/officeDocument/2006/relationships/font" Target="fonts/DMSans-italic.fntdata"/><Relationship Id="rId21" Type="http://schemas.openxmlformats.org/officeDocument/2006/relationships/slide" Target="slides/slide16.xml"/><Relationship Id="rId43" Type="http://schemas.openxmlformats.org/officeDocument/2006/relationships/font" Target="fonts/DMSans-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DM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BebasNeue-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Outfit-bold.fntdata"/><Relationship Id="rId14" Type="http://schemas.openxmlformats.org/officeDocument/2006/relationships/slide" Target="slides/slide9.xml"/><Relationship Id="rId36" Type="http://schemas.openxmlformats.org/officeDocument/2006/relationships/font" Target="fonts/Outfit-regular.fntdata"/><Relationship Id="rId17" Type="http://schemas.openxmlformats.org/officeDocument/2006/relationships/slide" Target="slides/slide12.xml"/><Relationship Id="rId39" Type="http://schemas.openxmlformats.org/officeDocument/2006/relationships/font" Target="fonts/Archivo-bold.fntdata"/><Relationship Id="rId16" Type="http://schemas.openxmlformats.org/officeDocument/2006/relationships/slide" Target="slides/slide11.xml"/><Relationship Id="rId38" Type="http://schemas.openxmlformats.org/officeDocument/2006/relationships/font" Target="fonts/Archiv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1dbe7b7672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1dbe7b7672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9796bbf26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39796bbf26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1dbfcf4eb5f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1dbfcf4eb5f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db4f89241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3db4f89241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For our concrete example, we looked at how this system would integrate into a real company - Cambrian Innovation.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Cambrian already deploys bio-electrochemical reactors in breweries and food processing facilities to convert wastewater into energy. However, their main limitation is biological, not mechanical. The native microbial communities fluctuate over time, leading to inconsistent power output and requiring constant reseeding.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solution replaces this unstable biology with a designed E. coli – Geobacter co-culture. In this system, E. coli converts organic waste into acetate, which Geobacter then uses to generate electrical current.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Because we engineered an obligate cross-feeding relationship, neither organism can outcompete the other. This eliminates community drift and maintains long-term stability.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a result, Cambrian can achieve consistent energy production without modifying their existing hardware, making this a directly deployable solution.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1dbfcf4eb5f_0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1dbfcf4eb5f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g1dc1803cff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2" name="Google Shape;1612;g1dc1803cff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3db4f89241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3db4f89241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3978a3c1d7b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8" name="Google Shape;1628;g3978a3c1d7b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3978a3c1d7b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3978a3c1d7b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1dbfcf4eb5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3" name="Google Shape;1773;g1dbfcf4eb5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978a3c1d7b_2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3978a3c1d7b_2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g3978de60a8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0" name="Google Shape;1810;g3978de60a8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3978de60a80_1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6" name="Google Shape;1936;g3978de60a80_1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6" name="Shape 1956"/>
        <p:cNvGrpSpPr/>
        <p:nvPr/>
      </p:nvGrpSpPr>
      <p:grpSpPr>
        <a:xfrm>
          <a:off x="0" y="0"/>
          <a:ext cx="0" cy="0"/>
          <a:chOff x="0" y="0"/>
          <a:chExt cx="0" cy="0"/>
        </a:xfrm>
      </p:grpSpPr>
      <p:sp>
        <p:nvSpPr>
          <p:cNvPr id="1957" name="Google Shape;1957;g3978de60a80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8" name="Google Shape;1958;g3978de60a80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3978de60a80_1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3978de60a80_1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3978de60a80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3978de60a80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3978de60a80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3978de60a80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1" name="Shape 2001"/>
        <p:cNvGrpSpPr/>
        <p:nvPr/>
      </p:nvGrpSpPr>
      <p:grpSpPr>
        <a:xfrm>
          <a:off x="0" y="0"/>
          <a:ext cx="0" cy="0"/>
          <a:chOff x="0" y="0"/>
          <a:chExt cx="0" cy="0"/>
        </a:xfrm>
      </p:grpSpPr>
      <p:sp>
        <p:nvSpPr>
          <p:cNvPr id="2002" name="Google Shape;2002;g3978de60a80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3" name="Google Shape;2003;g3978de60a80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g3db4f89241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6" name="Google Shape;2026;g3db4f89241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3db4f89241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3db4f89241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3978a3c1d7b_2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1" name="Google Shape;2071;g3978a3c1d7b_2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g3978a3c1d7b_2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7" name="Google Shape;2197;g3978a3c1d7b_2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g3978a3c1d7b_2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3" name="Google Shape;2203;g3978a3c1d7b_2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g1dbfcf4eb5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9" name="Google Shape;2329;g1dbfcf4eb5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3978a3c1d7b_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3978a3c1d7b_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g3978de60a8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4" name="Google Shape;2344;g3978de60a8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3978a3c1d7b_4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0" name="Google Shape;2350;g3978a3c1d7b_4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202437db6a5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202437db6a5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lt1"/>
            </a:gs>
            <a:gs pos="100000">
              <a:srgbClr val="101122"/>
            </a:gs>
          </a:gsLst>
          <a:lin ang="5400700" scaled="0"/>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1214700" y="612875"/>
            <a:ext cx="6714600" cy="30360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SzPts val="5200"/>
              <a:buNone/>
              <a:defRPr sz="8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307675" y="3924025"/>
            <a:ext cx="4528800" cy="36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1084875" y="2319625"/>
            <a:ext cx="42039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1084875" y="1362375"/>
            <a:ext cx="1110900" cy="9402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 name="Google Shape;14;p3"/>
          <p:cNvSpPr txBox="1"/>
          <p:nvPr>
            <p:ph idx="1" type="subTitle"/>
          </p:nvPr>
        </p:nvSpPr>
        <p:spPr>
          <a:xfrm>
            <a:off x="1084875" y="3250104"/>
            <a:ext cx="4203900" cy="46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1600"/>
              </a:spcBef>
              <a:spcAft>
                <a:spcPts val="0"/>
              </a:spcAft>
              <a:buClr>
                <a:schemeClr val="dk1"/>
              </a:buClr>
              <a:buSzPts val="1400"/>
              <a:buNone/>
              <a:defRPr>
                <a:solidFill>
                  <a:schemeClr val="dk1"/>
                </a:solidFill>
              </a:defRPr>
            </a:lvl3pPr>
            <a:lvl4pPr lvl="3" rtl="0" algn="ctr">
              <a:lnSpc>
                <a:spcPct val="100000"/>
              </a:lnSpc>
              <a:spcBef>
                <a:spcPts val="1600"/>
              </a:spcBef>
              <a:spcAft>
                <a:spcPts val="0"/>
              </a:spcAft>
              <a:buClr>
                <a:schemeClr val="dk1"/>
              </a:buClr>
              <a:buSzPts val="1400"/>
              <a:buNone/>
              <a:defRPr>
                <a:solidFill>
                  <a:schemeClr val="dk1"/>
                </a:solidFill>
              </a:defRPr>
            </a:lvl4pPr>
            <a:lvl5pPr lvl="4" rtl="0" algn="ctr">
              <a:lnSpc>
                <a:spcPct val="100000"/>
              </a:lnSpc>
              <a:spcBef>
                <a:spcPts val="1600"/>
              </a:spcBef>
              <a:spcAft>
                <a:spcPts val="0"/>
              </a:spcAft>
              <a:buClr>
                <a:schemeClr val="dk1"/>
              </a:buClr>
              <a:buSzPts val="1400"/>
              <a:buNone/>
              <a:defRPr>
                <a:solidFill>
                  <a:schemeClr val="dk1"/>
                </a:solidFill>
              </a:defRPr>
            </a:lvl5pPr>
            <a:lvl6pPr lvl="5" rtl="0" algn="ctr">
              <a:lnSpc>
                <a:spcPct val="100000"/>
              </a:lnSpc>
              <a:spcBef>
                <a:spcPts val="1600"/>
              </a:spcBef>
              <a:spcAft>
                <a:spcPts val="0"/>
              </a:spcAft>
              <a:buClr>
                <a:schemeClr val="dk1"/>
              </a:buClr>
              <a:buSzPts val="1400"/>
              <a:buNone/>
              <a:defRPr>
                <a:solidFill>
                  <a:schemeClr val="dk1"/>
                </a:solidFill>
              </a:defRPr>
            </a:lvl6pPr>
            <a:lvl7pPr lvl="6" rtl="0" algn="ctr">
              <a:lnSpc>
                <a:spcPct val="100000"/>
              </a:lnSpc>
              <a:spcBef>
                <a:spcPts val="1600"/>
              </a:spcBef>
              <a:spcAft>
                <a:spcPts val="0"/>
              </a:spcAft>
              <a:buClr>
                <a:schemeClr val="dk1"/>
              </a:buClr>
              <a:buSzPts val="1400"/>
              <a:buNone/>
              <a:defRPr>
                <a:solidFill>
                  <a:schemeClr val="dk1"/>
                </a:solidFill>
              </a:defRPr>
            </a:lvl7pPr>
            <a:lvl8pPr lvl="7" rtl="0" algn="ctr">
              <a:lnSpc>
                <a:spcPct val="100000"/>
              </a:lnSpc>
              <a:spcBef>
                <a:spcPts val="1600"/>
              </a:spcBef>
              <a:spcAft>
                <a:spcPts val="0"/>
              </a:spcAft>
              <a:buClr>
                <a:schemeClr val="dk1"/>
              </a:buClr>
              <a:buSzPts val="1400"/>
              <a:buNone/>
              <a:defRPr>
                <a:solidFill>
                  <a:schemeClr val="dk1"/>
                </a:solidFill>
              </a:defRPr>
            </a:lvl8pPr>
            <a:lvl9pPr lvl="8" rtl="0" algn="ctr">
              <a:lnSpc>
                <a:spcPct val="100000"/>
              </a:lnSpc>
              <a:spcBef>
                <a:spcPts val="1600"/>
              </a:spcBef>
              <a:spcAft>
                <a:spcPts val="1600"/>
              </a:spcAft>
              <a:buClr>
                <a:schemeClr val="dk1"/>
              </a:buClr>
              <a:buSzPts val="1400"/>
              <a:buNone/>
              <a:defRPr>
                <a:solidFill>
                  <a:schemeClr val="dk1"/>
                </a:solidFill>
              </a:defRPr>
            </a:lvl9pPr>
          </a:lstStyle>
          <a:p/>
        </p:txBody>
      </p:sp>
      <p:grpSp>
        <p:nvGrpSpPr>
          <p:cNvPr id="15" name="Google Shape;15;p3"/>
          <p:cNvGrpSpPr/>
          <p:nvPr/>
        </p:nvGrpSpPr>
        <p:grpSpPr>
          <a:xfrm flipH="1" rot="-5400000">
            <a:off x="7530931" y="-947945"/>
            <a:ext cx="499553" cy="2785577"/>
            <a:chOff x="1273225" y="238125"/>
            <a:chExt cx="911925" cy="5085025"/>
          </a:xfrm>
        </p:grpSpPr>
        <p:sp>
          <p:nvSpPr>
            <p:cNvPr id="16" name="Google Shape;16;p3"/>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3"/>
          <p:cNvGrpSpPr/>
          <p:nvPr/>
        </p:nvGrpSpPr>
        <p:grpSpPr>
          <a:xfrm flipH="1" rot="-5400000">
            <a:off x="1143006" y="3185105"/>
            <a:ext cx="499553" cy="2785577"/>
            <a:chOff x="1273225" y="238125"/>
            <a:chExt cx="911925" cy="5085025"/>
          </a:xfrm>
        </p:grpSpPr>
        <p:sp>
          <p:nvSpPr>
            <p:cNvPr id="67" name="Google Shape;67;p3"/>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7" name="Shape 117"/>
        <p:cNvGrpSpPr/>
        <p:nvPr/>
      </p:nvGrpSpPr>
      <p:grpSpPr>
        <a:xfrm>
          <a:off x="0" y="0"/>
          <a:ext cx="0" cy="0"/>
          <a:chOff x="0" y="0"/>
          <a:chExt cx="0" cy="0"/>
        </a:xfrm>
      </p:grpSpPr>
      <p:sp>
        <p:nvSpPr>
          <p:cNvPr id="118" name="Google Shape;11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 name="Google Shape;119;p4"/>
          <p:cNvSpPr txBox="1"/>
          <p:nvPr>
            <p:ph idx="1" type="body"/>
          </p:nvPr>
        </p:nvSpPr>
        <p:spPr>
          <a:xfrm>
            <a:off x="720000" y="1052300"/>
            <a:ext cx="7704000" cy="361200"/>
          </a:xfrm>
          <a:prstGeom prst="rect">
            <a:avLst/>
          </a:prstGeom>
        </p:spPr>
        <p:txBody>
          <a:bodyPr anchorCtr="0" anchor="t" bIns="91425" lIns="91425" spcFirstLastPara="1" rIns="91425" wrap="square" tIns="91425">
            <a:noAutofit/>
          </a:bodyPr>
          <a:lstStyle>
            <a:lvl1pPr indent="-279400" lvl="0" marL="457200" rtl="0" algn="ctr">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Clr>
                <a:srgbClr val="FFC800"/>
              </a:buClr>
              <a:buSzPts val="1200"/>
              <a:buFont typeface="Nunito Light"/>
              <a:buChar char="■"/>
              <a:defRPr/>
            </a:lvl3pPr>
            <a:lvl4pPr indent="-304800" lvl="3" marL="1828800" rtl="0">
              <a:lnSpc>
                <a:spcPct val="115000"/>
              </a:lnSpc>
              <a:spcBef>
                <a:spcPts val="1600"/>
              </a:spcBef>
              <a:spcAft>
                <a:spcPts val="0"/>
              </a:spcAft>
              <a:buClr>
                <a:srgbClr val="FFC800"/>
              </a:buClr>
              <a:buSzPts val="1200"/>
              <a:buFont typeface="Nunito Light"/>
              <a:buChar char="●"/>
              <a:defRPr/>
            </a:lvl4pPr>
            <a:lvl5pPr indent="-304800" lvl="4" marL="2286000" rtl="0">
              <a:lnSpc>
                <a:spcPct val="115000"/>
              </a:lnSpc>
              <a:spcBef>
                <a:spcPts val="1600"/>
              </a:spcBef>
              <a:spcAft>
                <a:spcPts val="0"/>
              </a:spcAft>
              <a:buClr>
                <a:srgbClr val="434343"/>
              </a:buClr>
              <a:buSzPts val="1200"/>
              <a:buFont typeface="Nunito Light"/>
              <a:buChar char="○"/>
              <a:defRPr/>
            </a:lvl5pPr>
            <a:lvl6pPr indent="-304800" lvl="5" marL="2743200" rtl="0">
              <a:lnSpc>
                <a:spcPct val="115000"/>
              </a:lnSpc>
              <a:spcBef>
                <a:spcPts val="1600"/>
              </a:spcBef>
              <a:spcAft>
                <a:spcPts val="0"/>
              </a:spcAft>
              <a:buClr>
                <a:srgbClr val="434343"/>
              </a:buClr>
              <a:buSzPts val="1200"/>
              <a:buFont typeface="Nunito Light"/>
              <a:buChar char="■"/>
              <a:defRPr/>
            </a:lvl6pPr>
            <a:lvl7pPr indent="-304800" lvl="6" marL="3200400" rtl="0">
              <a:lnSpc>
                <a:spcPct val="115000"/>
              </a:lnSpc>
              <a:spcBef>
                <a:spcPts val="1600"/>
              </a:spcBef>
              <a:spcAft>
                <a:spcPts val="0"/>
              </a:spcAft>
              <a:buClr>
                <a:srgbClr val="434343"/>
              </a:buClr>
              <a:buSzPts val="1200"/>
              <a:buFont typeface="Nunito Light"/>
              <a:buChar char="●"/>
              <a:defRPr/>
            </a:lvl7pPr>
            <a:lvl8pPr indent="-304800" lvl="7" marL="3657600" rtl="0">
              <a:lnSpc>
                <a:spcPct val="115000"/>
              </a:lnSpc>
              <a:spcBef>
                <a:spcPts val="1600"/>
              </a:spcBef>
              <a:spcAft>
                <a:spcPts val="0"/>
              </a:spcAft>
              <a:buClr>
                <a:srgbClr val="434343"/>
              </a:buClr>
              <a:buSzPts val="1200"/>
              <a:buFont typeface="Nunito Light"/>
              <a:buChar char="○"/>
              <a:defRPr/>
            </a:lvl8pPr>
            <a:lvl9pPr indent="-304800" lvl="8" marL="4114800" rtl="0">
              <a:lnSpc>
                <a:spcPct val="115000"/>
              </a:lnSpc>
              <a:spcBef>
                <a:spcPts val="1600"/>
              </a:spcBef>
              <a:spcAft>
                <a:spcPts val="1600"/>
              </a:spcAft>
              <a:buClr>
                <a:srgbClr val="434343"/>
              </a:buClr>
              <a:buSzPts val="1200"/>
              <a:buFont typeface="Nunito Light"/>
              <a:buChar char="■"/>
              <a:defRPr/>
            </a:lvl9pPr>
          </a:lstStyle>
          <a:p/>
        </p:txBody>
      </p:sp>
      <p:grpSp>
        <p:nvGrpSpPr>
          <p:cNvPr id="120" name="Google Shape;120;p4"/>
          <p:cNvGrpSpPr/>
          <p:nvPr/>
        </p:nvGrpSpPr>
        <p:grpSpPr>
          <a:xfrm flipH="1" rot="2092665">
            <a:off x="8504627" y="4504955"/>
            <a:ext cx="401195" cy="408031"/>
            <a:chOff x="3690975" y="407750"/>
            <a:chExt cx="976647" cy="993288"/>
          </a:xfrm>
        </p:grpSpPr>
        <p:sp>
          <p:nvSpPr>
            <p:cNvPr id="121" name="Google Shape;121;p4"/>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4"/>
          <p:cNvGrpSpPr/>
          <p:nvPr/>
        </p:nvGrpSpPr>
        <p:grpSpPr>
          <a:xfrm rot="3214424">
            <a:off x="332405" y="4593833"/>
            <a:ext cx="350666" cy="356641"/>
            <a:chOff x="3690975" y="407750"/>
            <a:chExt cx="976647" cy="993288"/>
          </a:xfrm>
        </p:grpSpPr>
        <p:sp>
          <p:nvSpPr>
            <p:cNvPr id="128" name="Google Shape;128;p4"/>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4"/>
          <p:cNvSpPr/>
          <p:nvPr/>
        </p:nvSpPr>
        <p:spPr>
          <a:xfrm>
            <a:off x="8853238" y="31171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4365613" y="2157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3874188" y="46423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7" name="Shape 137"/>
        <p:cNvGrpSpPr/>
        <p:nvPr/>
      </p:nvGrpSpPr>
      <p:grpSpPr>
        <a:xfrm>
          <a:off x="0" y="0"/>
          <a:ext cx="0" cy="0"/>
          <a:chOff x="0" y="0"/>
          <a:chExt cx="0" cy="0"/>
        </a:xfrm>
      </p:grpSpPr>
      <p:sp>
        <p:nvSpPr>
          <p:cNvPr id="138" name="Google Shape;138;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9" name="Google Shape;139;p5"/>
          <p:cNvSpPr txBox="1"/>
          <p:nvPr>
            <p:ph idx="1" type="subTitle"/>
          </p:nvPr>
        </p:nvSpPr>
        <p:spPr>
          <a:xfrm>
            <a:off x="4720932" y="1681851"/>
            <a:ext cx="3415200" cy="27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Char char="●"/>
              <a:defRPr b="0" sz="1400"/>
            </a:lvl1pPr>
            <a:lvl2pPr lvl="1" rtl="0" algn="ctr">
              <a:lnSpc>
                <a:spcPct val="100000"/>
              </a:lnSpc>
              <a:spcBef>
                <a:spcPts val="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140" name="Google Shape;140;p5"/>
          <p:cNvSpPr txBox="1"/>
          <p:nvPr>
            <p:ph idx="2" type="subTitle"/>
          </p:nvPr>
        </p:nvSpPr>
        <p:spPr>
          <a:xfrm>
            <a:off x="1007868" y="1681851"/>
            <a:ext cx="3415200" cy="273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Char char="●"/>
              <a:defRPr b="0" sz="1400"/>
            </a:lvl1pPr>
            <a:lvl2pPr lvl="1" rtl="0" algn="ctr">
              <a:lnSpc>
                <a:spcPct val="100000"/>
              </a:lnSpc>
              <a:spcBef>
                <a:spcPts val="1600"/>
              </a:spcBef>
              <a:spcAft>
                <a:spcPts val="0"/>
              </a:spcAft>
              <a:buSzPts val="1400"/>
              <a:buChar char="○"/>
              <a:defRPr sz="2800"/>
            </a:lvl2pPr>
            <a:lvl3pPr lvl="2" rtl="0" algn="ctr">
              <a:lnSpc>
                <a:spcPct val="100000"/>
              </a:lnSpc>
              <a:spcBef>
                <a:spcPts val="0"/>
              </a:spcBef>
              <a:spcAft>
                <a:spcPts val="0"/>
              </a:spcAft>
              <a:buSzPts val="1400"/>
              <a:buChar char="■"/>
              <a:defRPr sz="2800"/>
            </a:lvl3pPr>
            <a:lvl4pPr lvl="3" rtl="0" algn="ctr">
              <a:lnSpc>
                <a:spcPct val="100000"/>
              </a:lnSpc>
              <a:spcBef>
                <a:spcPts val="0"/>
              </a:spcBef>
              <a:spcAft>
                <a:spcPts val="0"/>
              </a:spcAft>
              <a:buSzPts val="1400"/>
              <a:buChar char="●"/>
              <a:defRPr sz="2800"/>
            </a:lvl4pPr>
            <a:lvl5pPr lvl="4" rtl="0" algn="ctr">
              <a:lnSpc>
                <a:spcPct val="100000"/>
              </a:lnSpc>
              <a:spcBef>
                <a:spcPts val="0"/>
              </a:spcBef>
              <a:spcAft>
                <a:spcPts val="0"/>
              </a:spcAft>
              <a:buSzPts val="1400"/>
              <a:buChar char="○"/>
              <a:defRPr sz="2800"/>
            </a:lvl5pPr>
            <a:lvl6pPr lvl="5" rtl="0" algn="ctr">
              <a:lnSpc>
                <a:spcPct val="100000"/>
              </a:lnSpc>
              <a:spcBef>
                <a:spcPts val="0"/>
              </a:spcBef>
              <a:spcAft>
                <a:spcPts val="0"/>
              </a:spcAft>
              <a:buSzPts val="1400"/>
              <a:buChar char="■"/>
              <a:defRPr sz="2800"/>
            </a:lvl6pPr>
            <a:lvl7pPr lvl="6" rtl="0" algn="ctr">
              <a:lnSpc>
                <a:spcPct val="100000"/>
              </a:lnSpc>
              <a:spcBef>
                <a:spcPts val="0"/>
              </a:spcBef>
              <a:spcAft>
                <a:spcPts val="0"/>
              </a:spcAft>
              <a:buSzPts val="1400"/>
              <a:buChar char="●"/>
              <a:defRPr sz="2800"/>
            </a:lvl7pPr>
            <a:lvl8pPr lvl="7" rtl="0" algn="ctr">
              <a:lnSpc>
                <a:spcPct val="100000"/>
              </a:lnSpc>
              <a:spcBef>
                <a:spcPts val="0"/>
              </a:spcBef>
              <a:spcAft>
                <a:spcPts val="0"/>
              </a:spcAft>
              <a:buSzPts val="1400"/>
              <a:buChar char="○"/>
              <a:defRPr sz="2800"/>
            </a:lvl8pPr>
            <a:lvl9pPr lvl="8" rtl="0" algn="ctr">
              <a:lnSpc>
                <a:spcPct val="100000"/>
              </a:lnSpc>
              <a:spcBef>
                <a:spcPts val="0"/>
              </a:spcBef>
              <a:spcAft>
                <a:spcPts val="0"/>
              </a:spcAft>
              <a:buSzPts val="1400"/>
              <a:buChar char="■"/>
              <a:defRPr sz="2800"/>
            </a:lvl9pPr>
          </a:lstStyle>
          <a:p/>
        </p:txBody>
      </p:sp>
      <p:sp>
        <p:nvSpPr>
          <p:cNvPr id="141" name="Google Shape;141;p5"/>
          <p:cNvSpPr txBox="1"/>
          <p:nvPr>
            <p:ph idx="3" type="subTitle"/>
          </p:nvPr>
        </p:nvSpPr>
        <p:spPr>
          <a:xfrm>
            <a:off x="1007868" y="1228725"/>
            <a:ext cx="3415200" cy="453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2" name="Google Shape;142;p5"/>
          <p:cNvSpPr txBox="1"/>
          <p:nvPr>
            <p:ph idx="4" type="subTitle"/>
          </p:nvPr>
        </p:nvSpPr>
        <p:spPr>
          <a:xfrm>
            <a:off x="4720921" y="1228725"/>
            <a:ext cx="3415200" cy="453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3" name="Google Shape;143;p5"/>
          <p:cNvSpPr/>
          <p:nvPr/>
        </p:nvSpPr>
        <p:spPr>
          <a:xfrm flipH="1">
            <a:off x="8768075" y="18455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flipH="1">
            <a:off x="1280375" y="4728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flipH="1">
            <a:off x="379588" y="27587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flipH="1">
            <a:off x="7429463" y="4729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flipH="1">
            <a:off x="2001963" y="45419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flipH="1">
            <a:off x="6374325" y="47305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5"/>
          <p:cNvGrpSpPr/>
          <p:nvPr/>
        </p:nvGrpSpPr>
        <p:grpSpPr>
          <a:xfrm rot="5587876">
            <a:off x="8351790" y="4349446"/>
            <a:ext cx="700139" cy="518263"/>
            <a:chOff x="1802638" y="3918302"/>
            <a:chExt cx="842383" cy="623556"/>
          </a:xfrm>
        </p:grpSpPr>
        <p:sp>
          <p:nvSpPr>
            <p:cNvPr id="150" name="Google Shape;150;p5"/>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5"/>
          <p:cNvGrpSpPr/>
          <p:nvPr/>
        </p:nvGrpSpPr>
        <p:grpSpPr>
          <a:xfrm rot="-2296914">
            <a:off x="96141" y="280384"/>
            <a:ext cx="700115" cy="518245"/>
            <a:chOff x="1802638" y="3918302"/>
            <a:chExt cx="842383" cy="623556"/>
          </a:xfrm>
        </p:grpSpPr>
        <p:sp>
          <p:nvSpPr>
            <p:cNvPr id="158" name="Google Shape;158;p5"/>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67" name="Google Shape;167;p6"/>
          <p:cNvGrpSpPr/>
          <p:nvPr/>
        </p:nvGrpSpPr>
        <p:grpSpPr>
          <a:xfrm rot="3214149">
            <a:off x="8617829" y="2352090"/>
            <a:ext cx="341583" cy="347323"/>
            <a:chOff x="3690975" y="407750"/>
            <a:chExt cx="976647" cy="993288"/>
          </a:xfrm>
        </p:grpSpPr>
        <p:sp>
          <p:nvSpPr>
            <p:cNvPr id="168" name="Google Shape;168;p6"/>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6"/>
          <p:cNvSpPr/>
          <p:nvPr/>
        </p:nvSpPr>
        <p:spPr>
          <a:xfrm flipH="1">
            <a:off x="8547488" y="46751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flipH="1">
            <a:off x="448638" y="2730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flipH="1">
            <a:off x="448650" y="24591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flipH="1">
            <a:off x="8478875" y="4063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flipH="1">
            <a:off x="328100" y="46751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flipH="1">
            <a:off x="4572000" y="48467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0" name="Shape 180"/>
        <p:cNvGrpSpPr/>
        <p:nvPr/>
      </p:nvGrpSpPr>
      <p:grpSpPr>
        <a:xfrm>
          <a:off x="0" y="0"/>
          <a:ext cx="0" cy="0"/>
          <a:chOff x="0" y="0"/>
          <a:chExt cx="0" cy="0"/>
        </a:xfrm>
      </p:grpSpPr>
      <p:sp>
        <p:nvSpPr>
          <p:cNvPr id="181" name="Google Shape;181;p7"/>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2" name="Google Shape;182;p7"/>
          <p:cNvSpPr txBox="1"/>
          <p:nvPr>
            <p:ph idx="1" type="subTitle"/>
          </p:nvPr>
        </p:nvSpPr>
        <p:spPr>
          <a:xfrm>
            <a:off x="909750" y="1347250"/>
            <a:ext cx="7324500" cy="2919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Font typeface="Nunito Light"/>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183" name="Google Shape;183;p7"/>
          <p:cNvSpPr/>
          <p:nvPr/>
        </p:nvSpPr>
        <p:spPr>
          <a:xfrm flipH="1" rot="10800000">
            <a:off x="252200" y="20133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flipH="1" rot="10800000">
            <a:off x="7990450" y="47229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flipH="1" rot="10800000">
            <a:off x="8661788" y="24819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flipH="1" rot="10800000">
            <a:off x="8038013" y="3224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flipH="1" rot="10800000">
            <a:off x="932038" y="1892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flipH="1" rot="10800000">
            <a:off x="586788" y="48561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gradFill>
          <a:gsLst>
            <a:gs pos="0">
              <a:schemeClr val="accent2"/>
            </a:gs>
            <a:gs pos="100000">
              <a:schemeClr val="accent1"/>
            </a:gs>
          </a:gsLst>
          <a:path path="circle">
            <a:fillToRect b="100%" l="0%" r="100%" t="0%"/>
          </a:path>
          <a:tileRect b="0%" l="-100%" r="0%" t="-100%"/>
        </a:gradFill>
      </p:bgPr>
    </p:bg>
    <p:spTree>
      <p:nvGrpSpPr>
        <p:cNvPr id="189" name="Shape 189"/>
        <p:cNvGrpSpPr/>
        <p:nvPr/>
      </p:nvGrpSpPr>
      <p:grpSpPr>
        <a:xfrm>
          <a:off x="0" y="0"/>
          <a:ext cx="0" cy="0"/>
          <a:chOff x="0" y="0"/>
          <a:chExt cx="0" cy="0"/>
        </a:xfrm>
      </p:grpSpPr>
      <p:sp>
        <p:nvSpPr>
          <p:cNvPr id="190" name="Google Shape;190;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4800"/>
              <a:buNone/>
              <a:defRPr sz="75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91" name="Google Shape;191;p8"/>
          <p:cNvGrpSpPr/>
          <p:nvPr/>
        </p:nvGrpSpPr>
        <p:grpSpPr>
          <a:xfrm>
            <a:off x="299262" y="263401"/>
            <a:ext cx="827937" cy="4616694"/>
            <a:chOff x="1273225" y="238125"/>
            <a:chExt cx="911925" cy="5085025"/>
          </a:xfrm>
        </p:grpSpPr>
        <p:sp>
          <p:nvSpPr>
            <p:cNvPr id="192" name="Google Shape;192;p8"/>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 name="Google Shape;242;p8"/>
          <p:cNvGrpSpPr/>
          <p:nvPr/>
        </p:nvGrpSpPr>
        <p:grpSpPr>
          <a:xfrm>
            <a:off x="8016812" y="263401"/>
            <a:ext cx="827937" cy="4616694"/>
            <a:chOff x="1273225" y="238125"/>
            <a:chExt cx="911925" cy="5085025"/>
          </a:xfrm>
        </p:grpSpPr>
        <p:sp>
          <p:nvSpPr>
            <p:cNvPr id="243" name="Google Shape;243;p8"/>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9"/>
          <p:cNvSpPr txBox="1"/>
          <p:nvPr>
            <p:ph type="title"/>
          </p:nvPr>
        </p:nvSpPr>
        <p:spPr>
          <a:xfrm>
            <a:off x="2424600" y="2269788"/>
            <a:ext cx="4294800" cy="81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95" name="Google Shape;295;p9"/>
          <p:cNvSpPr txBox="1"/>
          <p:nvPr>
            <p:ph idx="1" type="subTitle"/>
          </p:nvPr>
        </p:nvSpPr>
        <p:spPr>
          <a:xfrm>
            <a:off x="2424600" y="3181338"/>
            <a:ext cx="4294800" cy="1004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96" name="Google Shape;296;p9"/>
          <p:cNvGrpSpPr/>
          <p:nvPr/>
        </p:nvGrpSpPr>
        <p:grpSpPr>
          <a:xfrm>
            <a:off x="220350" y="0"/>
            <a:ext cx="911925" cy="5085025"/>
            <a:chOff x="1273225" y="238125"/>
            <a:chExt cx="911925" cy="5085025"/>
          </a:xfrm>
        </p:grpSpPr>
        <p:sp>
          <p:nvSpPr>
            <p:cNvPr id="297" name="Google Shape;297;p9"/>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9"/>
          <p:cNvGrpSpPr/>
          <p:nvPr/>
        </p:nvGrpSpPr>
        <p:grpSpPr>
          <a:xfrm>
            <a:off x="8011725" y="0"/>
            <a:ext cx="911925" cy="5085025"/>
            <a:chOff x="1273225" y="238125"/>
            <a:chExt cx="911925" cy="5085025"/>
          </a:xfrm>
        </p:grpSpPr>
        <p:sp>
          <p:nvSpPr>
            <p:cNvPr id="348" name="Google Shape;348;p9"/>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9"/>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9"/>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9"/>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9"/>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8" name="Shape 398"/>
        <p:cNvGrpSpPr/>
        <p:nvPr/>
      </p:nvGrpSpPr>
      <p:grpSpPr>
        <a:xfrm>
          <a:off x="0" y="0"/>
          <a:ext cx="0" cy="0"/>
          <a:chOff x="0" y="0"/>
          <a:chExt cx="0" cy="0"/>
        </a:xfrm>
      </p:grpSpPr>
      <p:sp>
        <p:nvSpPr>
          <p:cNvPr id="399" name="Google Shape;399;p10"/>
          <p:cNvSpPr txBox="1"/>
          <p:nvPr>
            <p:ph type="title"/>
          </p:nvPr>
        </p:nvSpPr>
        <p:spPr>
          <a:xfrm>
            <a:off x="713225" y="3902975"/>
            <a:ext cx="5678100" cy="629400"/>
          </a:xfrm>
          <a:prstGeom prst="rect">
            <a:avLst/>
          </a:prstGeom>
          <a:solidFill>
            <a:srgbClr val="EE9671">
              <a:alpha val="83640"/>
            </a:srgbClr>
          </a:solidFill>
        </p:spPr>
        <p:txBody>
          <a:bodyPr anchorCtr="0" anchor="t" bIns="91425" lIns="91425" spcFirstLastPara="1" rIns="91425" wrap="square" tIns="91425">
            <a:noAutofit/>
          </a:bodyPr>
          <a:lstStyle>
            <a:lvl1pPr lvl="0" rtl="0">
              <a:spcBef>
                <a:spcPts val="0"/>
              </a:spcBef>
              <a:spcAft>
                <a:spcPts val="0"/>
              </a:spcAft>
              <a:buSzPts val="3000"/>
              <a:buNone/>
              <a:defRPr sz="2600">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00" name="Google Shape;400;p10"/>
          <p:cNvSpPr/>
          <p:nvPr/>
        </p:nvSpPr>
        <p:spPr>
          <a:xfrm flipH="1" rot="10800000">
            <a:off x="372663" y="22333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flipH="1" rot="10800000">
            <a:off x="296463" y="48197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flipH="1" rot="10800000">
            <a:off x="372663" y="2730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flipH="1" rot="10800000">
            <a:off x="8087863" y="2730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4" name="Google Shape;404;p10"/>
          <p:cNvGrpSpPr/>
          <p:nvPr/>
        </p:nvGrpSpPr>
        <p:grpSpPr>
          <a:xfrm rot="3214149">
            <a:off x="8408229" y="4538715"/>
            <a:ext cx="341583" cy="347323"/>
            <a:chOff x="3690975" y="407750"/>
            <a:chExt cx="976647" cy="993288"/>
          </a:xfrm>
        </p:grpSpPr>
        <p:sp>
          <p:nvSpPr>
            <p:cNvPr id="405" name="Google Shape;405;p10"/>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chemeClr val="accent2"/>
            </a:gs>
            <a:gs pos="100000">
              <a:schemeClr val="accent1"/>
            </a:gs>
          </a:gsLst>
          <a:path path="circle">
            <a:fillToRect b="100%" l="0%" r="100%" t="0%"/>
          </a:path>
          <a:tileRect b="0%" l="-100%" r="0%" t="-100%"/>
        </a:gradFill>
      </p:bgPr>
    </p:bg>
    <p:spTree>
      <p:nvGrpSpPr>
        <p:cNvPr id="411" name="Shape 411"/>
        <p:cNvGrpSpPr/>
        <p:nvPr/>
      </p:nvGrpSpPr>
      <p:grpSpPr>
        <a:xfrm>
          <a:off x="0" y="0"/>
          <a:ext cx="0" cy="0"/>
          <a:chOff x="0" y="0"/>
          <a:chExt cx="0" cy="0"/>
        </a:xfrm>
      </p:grpSpPr>
      <p:sp>
        <p:nvSpPr>
          <p:cNvPr id="412" name="Google Shape;412;p11"/>
          <p:cNvSpPr txBox="1"/>
          <p:nvPr>
            <p:ph hasCustomPrompt="1" type="title"/>
          </p:nvPr>
        </p:nvSpPr>
        <p:spPr>
          <a:xfrm>
            <a:off x="1284000" y="1261775"/>
            <a:ext cx="6576000" cy="15999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9600"/>
              <a:buNone/>
              <a:defRPr sz="10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413" name="Google Shape;413;p11"/>
          <p:cNvSpPr txBox="1"/>
          <p:nvPr>
            <p:ph idx="1" type="subTitle"/>
          </p:nvPr>
        </p:nvSpPr>
        <p:spPr>
          <a:xfrm>
            <a:off x="1284000" y="300022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1600"/>
              </a:spcBef>
              <a:spcAft>
                <a:spcPts val="0"/>
              </a:spcAft>
              <a:buClr>
                <a:schemeClr val="lt1"/>
              </a:buClr>
              <a:buSzPts val="1600"/>
              <a:buNone/>
              <a:defRPr sz="1600">
                <a:solidFill>
                  <a:schemeClr val="lt1"/>
                </a:solidFill>
              </a:defRPr>
            </a:lvl3pPr>
            <a:lvl4pPr lvl="3" rtl="0" algn="ctr">
              <a:lnSpc>
                <a:spcPct val="100000"/>
              </a:lnSpc>
              <a:spcBef>
                <a:spcPts val="1600"/>
              </a:spcBef>
              <a:spcAft>
                <a:spcPts val="0"/>
              </a:spcAft>
              <a:buClr>
                <a:schemeClr val="lt1"/>
              </a:buClr>
              <a:buSzPts val="1600"/>
              <a:buNone/>
              <a:defRPr sz="1600">
                <a:solidFill>
                  <a:schemeClr val="lt1"/>
                </a:solidFill>
              </a:defRPr>
            </a:lvl4pPr>
            <a:lvl5pPr lvl="4" rtl="0" algn="ctr">
              <a:lnSpc>
                <a:spcPct val="100000"/>
              </a:lnSpc>
              <a:spcBef>
                <a:spcPts val="1600"/>
              </a:spcBef>
              <a:spcAft>
                <a:spcPts val="0"/>
              </a:spcAft>
              <a:buClr>
                <a:schemeClr val="lt1"/>
              </a:buClr>
              <a:buSzPts val="1600"/>
              <a:buNone/>
              <a:defRPr sz="1600">
                <a:solidFill>
                  <a:schemeClr val="lt1"/>
                </a:solidFill>
              </a:defRPr>
            </a:lvl5pPr>
            <a:lvl6pPr lvl="5" rtl="0" algn="ctr">
              <a:lnSpc>
                <a:spcPct val="100000"/>
              </a:lnSpc>
              <a:spcBef>
                <a:spcPts val="1600"/>
              </a:spcBef>
              <a:spcAft>
                <a:spcPts val="0"/>
              </a:spcAft>
              <a:buClr>
                <a:schemeClr val="lt1"/>
              </a:buClr>
              <a:buSzPts val="1600"/>
              <a:buNone/>
              <a:defRPr sz="1600">
                <a:solidFill>
                  <a:schemeClr val="lt1"/>
                </a:solidFill>
              </a:defRPr>
            </a:lvl6pPr>
            <a:lvl7pPr lvl="6" rtl="0" algn="ctr">
              <a:lnSpc>
                <a:spcPct val="100000"/>
              </a:lnSpc>
              <a:spcBef>
                <a:spcPts val="1600"/>
              </a:spcBef>
              <a:spcAft>
                <a:spcPts val="0"/>
              </a:spcAft>
              <a:buClr>
                <a:schemeClr val="lt1"/>
              </a:buClr>
              <a:buSzPts val="1600"/>
              <a:buNone/>
              <a:defRPr sz="1600">
                <a:solidFill>
                  <a:schemeClr val="lt1"/>
                </a:solidFill>
              </a:defRPr>
            </a:lvl7pPr>
            <a:lvl8pPr lvl="7" rtl="0" algn="ctr">
              <a:lnSpc>
                <a:spcPct val="100000"/>
              </a:lnSpc>
              <a:spcBef>
                <a:spcPts val="1600"/>
              </a:spcBef>
              <a:spcAft>
                <a:spcPts val="0"/>
              </a:spcAft>
              <a:buClr>
                <a:schemeClr val="lt1"/>
              </a:buClr>
              <a:buSzPts val="1600"/>
              <a:buNone/>
              <a:defRPr sz="1600">
                <a:solidFill>
                  <a:schemeClr val="lt1"/>
                </a:solidFill>
              </a:defRPr>
            </a:lvl8pPr>
            <a:lvl9pPr lvl="8" rtl="0" algn="ctr">
              <a:lnSpc>
                <a:spcPct val="100000"/>
              </a:lnSpc>
              <a:spcBef>
                <a:spcPts val="1600"/>
              </a:spcBef>
              <a:spcAft>
                <a:spcPts val="1600"/>
              </a:spcAft>
              <a:buClr>
                <a:schemeClr val="lt1"/>
              </a:buClr>
              <a:buSzPts val="1600"/>
              <a:buNone/>
              <a:defRPr sz="16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414" name="Shape 41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5" name="Shape 415"/>
        <p:cNvGrpSpPr/>
        <p:nvPr/>
      </p:nvGrpSpPr>
      <p:grpSpPr>
        <a:xfrm>
          <a:off x="0" y="0"/>
          <a:ext cx="0" cy="0"/>
          <a:chOff x="0" y="0"/>
          <a:chExt cx="0" cy="0"/>
        </a:xfrm>
      </p:grpSpPr>
      <p:sp>
        <p:nvSpPr>
          <p:cNvPr id="416" name="Google Shape;41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7" name="Google Shape;417;p13"/>
          <p:cNvSpPr txBox="1"/>
          <p:nvPr>
            <p:ph idx="1" type="subTitle"/>
          </p:nvPr>
        </p:nvSpPr>
        <p:spPr>
          <a:xfrm>
            <a:off x="731338" y="2269379"/>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18" name="Google Shape;418;p13"/>
          <p:cNvSpPr txBox="1"/>
          <p:nvPr>
            <p:ph idx="2" type="subTitle"/>
          </p:nvPr>
        </p:nvSpPr>
        <p:spPr>
          <a:xfrm>
            <a:off x="731338" y="3815600"/>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19" name="Google Shape;419;p13"/>
          <p:cNvSpPr txBox="1"/>
          <p:nvPr>
            <p:ph idx="3" type="subTitle"/>
          </p:nvPr>
        </p:nvSpPr>
        <p:spPr>
          <a:xfrm>
            <a:off x="3356402" y="3815600"/>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0" name="Google Shape;420;p13"/>
          <p:cNvSpPr txBox="1"/>
          <p:nvPr>
            <p:ph idx="4" type="subTitle"/>
          </p:nvPr>
        </p:nvSpPr>
        <p:spPr>
          <a:xfrm>
            <a:off x="3356402" y="2269379"/>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1" name="Google Shape;421;p13"/>
          <p:cNvSpPr txBox="1"/>
          <p:nvPr>
            <p:ph hasCustomPrompt="1" idx="5" type="title"/>
          </p:nvPr>
        </p:nvSpPr>
        <p:spPr>
          <a:xfrm>
            <a:off x="1471800" y="1307475"/>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2" name="Google Shape;422;p13"/>
          <p:cNvSpPr txBox="1"/>
          <p:nvPr>
            <p:ph hasCustomPrompt="1" idx="6" type="title"/>
          </p:nvPr>
        </p:nvSpPr>
        <p:spPr>
          <a:xfrm>
            <a:off x="4096863" y="2853799"/>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3" name="Google Shape;423;p13"/>
          <p:cNvSpPr txBox="1"/>
          <p:nvPr>
            <p:ph hasCustomPrompt="1" idx="7" type="title"/>
          </p:nvPr>
        </p:nvSpPr>
        <p:spPr>
          <a:xfrm>
            <a:off x="1471800" y="2853799"/>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4" name="Google Shape;424;p13"/>
          <p:cNvSpPr txBox="1"/>
          <p:nvPr>
            <p:ph hasCustomPrompt="1" idx="8" type="title"/>
          </p:nvPr>
        </p:nvSpPr>
        <p:spPr>
          <a:xfrm>
            <a:off x="4096863" y="1307475"/>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5" name="Google Shape;425;p13"/>
          <p:cNvSpPr txBox="1"/>
          <p:nvPr>
            <p:ph idx="9" type="subTitle"/>
          </p:nvPr>
        </p:nvSpPr>
        <p:spPr>
          <a:xfrm>
            <a:off x="5981465" y="3815600"/>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6" name="Google Shape;426;p13"/>
          <p:cNvSpPr txBox="1"/>
          <p:nvPr>
            <p:ph idx="13" type="subTitle"/>
          </p:nvPr>
        </p:nvSpPr>
        <p:spPr>
          <a:xfrm>
            <a:off x="5981465" y="2269379"/>
            <a:ext cx="24312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7" name="Google Shape;427;p13"/>
          <p:cNvSpPr txBox="1"/>
          <p:nvPr>
            <p:ph hasCustomPrompt="1" idx="14" type="title"/>
          </p:nvPr>
        </p:nvSpPr>
        <p:spPr>
          <a:xfrm>
            <a:off x="6721925" y="2853799"/>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8" name="Google Shape;428;p13"/>
          <p:cNvSpPr txBox="1"/>
          <p:nvPr>
            <p:ph hasCustomPrompt="1" idx="15" type="title"/>
          </p:nvPr>
        </p:nvSpPr>
        <p:spPr>
          <a:xfrm>
            <a:off x="6721925" y="1307475"/>
            <a:ext cx="950400" cy="4848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9" name="Google Shape;429;p13"/>
          <p:cNvSpPr txBox="1"/>
          <p:nvPr>
            <p:ph idx="16" type="subTitle"/>
          </p:nvPr>
        </p:nvSpPr>
        <p:spPr>
          <a:xfrm>
            <a:off x="731350" y="1812175"/>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0" name="Google Shape;430;p13"/>
          <p:cNvSpPr txBox="1"/>
          <p:nvPr>
            <p:ph idx="17" type="subTitle"/>
          </p:nvPr>
        </p:nvSpPr>
        <p:spPr>
          <a:xfrm>
            <a:off x="731350" y="3358398"/>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1" name="Google Shape;431;p13"/>
          <p:cNvSpPr txBox="1"/>
          <p:nvPr>
            <p:ph idx="18" type="subTitle"/>
          </p:nvPr>
        </p:nvSpPr>
        <p:spPr>
          <a:xfrm>
            <a:off x="3356413" y="3358398"/>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2" name="Google Shape;432;p13"/>
          <p:cNvSpPr txBox="1"/>
          <p:nvPr>
            <p:ph idx="19" type="subTitle"/>
          </p:nvPr>
        </p:nvSpPr>
        <p:spPr>
          <a:xfrm>
            <a:off x="3356413" y="1812175"/>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3" name="Google Shape;433;p13"/>
          <p:cNvSpPr txBox="1"/>
          <p:nvPr>
            <p:ph idx="20" type="subTitle"/>
          </p:nvPr>
        </p:nvSpPr>
        <p:spPr>
          <a:xfrm>
            <a:off x="5981476" y="3358398"/>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4" name="Google Shape;434;p13"/>
          <p:cNvSpPr txBox="1"/>
          <p:nvPr>
            <p:ph idx="21" type="subTitle"/>
          </p:nvPr>
        </p:nvSpPr>
        <p:spPr>
          <a:xfrm>
            <a:off x="5981476" y="1812175"/>
            <a:ext cx="24312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5" name="Google Shape;435;p13"/>
          <p:cNvSpPr/>
          <p:nvPr/>
        </p:nvSpPr>
        <p:spPr>
          <a:xfrm>
            <a:off x="328100" y="27541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7966825" y="3118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8772088" y="28201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2422188" y="3118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5848263" y="4706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1471788" y="4706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3"/>
          <p:cNvGrpSpPr/>
          <p:nvPr/>
        </p:nvGrpSpPr>
        <p:grpSpPr>
          <a:xfrm rot="-8100000">
            <a:off x="-19462" y="4460858"/>
            <a:ext cx="828304" cy="623770"/>
            <a:chOff x="1298247" y="4927075"/>
            <a:chExt cx="1659675" cy="1249850"/>
          </a:xfrm>
        </p:grpSpPr>
        <p:sp>
          <p:nvSpPr>
            <p:cNvPr id="442" name="Google Shape;442;p13"/>
            <p:cNvSpPr/>
            <p:nvPr/>
          </p:nvSpPr>
          <p:spPr>
            <a:xfrm rot="3215413">
              <a:off x="2545927" y="54304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rot="3215356">
              <a:off x="1845299" y="5015178"/>
              <a:ext cx="441734" cy="44149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rot="3223403">
              <a:off x="1726933" y="5274859"/>
              <a:ext cx="40562" cy="50845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rot="-76382">
              <a:off x="2089163" y="5409583"/>
              <a:ext cx="40510" cy="50834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rot="6811941">
              <a:off x="2407593" y="5227840"/>
              <a:ext cx="40574" cy="50836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rot="3215413">
              <a:off x="1937573" y="57649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rot="3215413">
              <a:off x="1366552" y="5492025"/>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13"/>
          <p:cNvGrpSpPr/>
          <p:nvPr/>
        </p:nvGrpSpPr>
        <p:grpSpPr>
          <a:xfrm rot="3279992">
            <a:off x="8235990" y="888822"/>
            <a:ext cx="828210" cy="623699"/>
            <a:chOff x="1298247" y="4927075"/>
            <a:chExt cx="1659675" cy="1249850"/>
          </a:xfrm>
        </p:grpSpPr>
        <p:sp>
          <p:nvSpPr>
            <p:cNvPr id="450" name="Google Shape;450;p13"/>
            <p:cNvSpPr/>
            <p:nvPr/>
          </p:nvSpPr>
          <p:spPr>
            <a:xfrm rot="3215413">
              <a:off x="2545927" y="54304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rot="3215356">
              <a:off x="1845299" y="5015178"/>
              <a:ext cx="441734" cy="44149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rot="3223403">
              <a:off x="1726933" y="5274859"/>
              <a:ext cx="40562" cy="50845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rot="-76382">
              <a:off x="2089163" y="5409583"/>
              <a:ext cx="40510" cy="50834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rot="6811941">
              <a:off x="2407593" y="5227840"/>
              <a:ext cx="40574" cy="50836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rot="3215413">
              <a:off x="1937573" y="57649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rot="3215413">
              <a:off x="1366552" y="5492025"/>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gradFill>
          <a:gsLst>
            <a:gs pos="0">
              <a:schemeClr val="accent2"/>
            </a:gs>
            <a:gs pos="100000">
              <a:schemeClr val="accent1"/>
            </a:gs>
          </a:gsLst>
          <a:path path="circle">
            <a:fillToRect b="100%" l="0%" r="100%" t="0%"/>
          </a:path>
          <a:tileRect b="0%" l="-100%" r="0%" t="-100%"/>
        </a:gradFill>
      </p:bgPr>
    </p:bg>
    <p:spTree>
      <p:nvGrpSpPr>
        <p:cNvPr id="457" name="Shape 457"/>
        <p:cNvGrpSpPr/>
        <p:nvPr/>
      </p:nvGrpSpPr>
      <p:grpSpPr>
        <a:xfrm>
          <a:off x="0" y="0"/>
          <a:ext cx="0" cy="0"/>
          <a:chOff x="0" y="0"/>
          <a:chExt cx="0" cy="0"/>
        </a:xfrm>
      </p:grpSpPr>
      <p:sp>
        <p:nvSpPr>
          <p:cNvPr id="458" name="Google Shape;458;p14"/>
          <p:cNvSpPr txBox="1"/>
          <p:nvPr>
            <p:ph type="title"/>
          </p:nvPr>
        </p:nvSpPr>
        <p:spPr>
          <a:xfrm>
            <a:off x="1226400" y="2912950"/>
            <a:ext cx="6691200" cy="531900"/>
          </a:xfrm>
          <a:prstGeom prst="rect">
            <a:avLst/>
          </a:prstGeom>
        </p:spPr>
        <p:txBody>
          <a:bodyPr anchorCtr="0" anchor="ctr" bIns="91425" lIns="91425" spcFirstLastPara="1" rIns="91425" wrap="square" tIns="91425">
            <a:noAutofit/>
          </a:bodyPr>
          <a:lstStyle>
            <a:lvl1pPr lvl="0" rtl="0" algn="r">
              <a:lnSpc>
                <a:spcPct val="115000"/>
              </a:lnSpc>
              <a:spcBef>
                <a:spcPts val="0"/>
              </a:spcBef>
              <a:spcAft>
                <a:spcPts val="0"/>
              </a:spcAft>
              <a:buSzPts val="3000"/>
              <a:buNone/>
              <a:defRPr sz="32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59" name="Google Shape;459;p14"/>
          <p:cNvSpPr txBox="1"/>
          <p:nvPr>
            <p:ph idx="1" type="subTitle"/>
          </p:nvPr>
        </p:nvSpPr>
        <p:spPr>
          <a:xfrm>
            <a:off x="1226400" y="1323963"/>
            <a:ext cx="6691200" cy="1478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460" name="Google Shape;460;p14"/>
          <p:cNvGrpSpPr/>
          <p:nvPr/>
        </p:nvGrpSpPr>
        <p:grpSpPr>
          <a:xfrm>
            <a:off x="58" y="4115417"/>
            <a:ext cx="9143945" cy="827937"/>
            <a:chOff x="58" y="3963017"/>
            <a:chExt cx="9143945" cy="827937"/>
          </a:xfrm>
        </p:grpSpPr>
        <p:grpSp>
          <p:nvGrpSpPr>
            <p:cNvPr id="461" name="Google Shape;461;p14"/>
            <p:cNvGrpSpPr/>
            <p:nvPr/>
          </p:nvGrpSpPr>
          <p:grpSpPr>
            <a:xfrm rot="5400000">
              <a:off x="6421688" y="2068638"/>
              <a:ext cx="827937" cy="4616694"/>
              <a:chOff x="1273225" y="238125"/>
              <a:chExt cx="911925" cy="5085025"/>
            </a:xfrm>
          </p:grpSpPr>
          <p:sp>
            <p:nvSpPr>
              <p:cNvPr id="462" name="Google Shape;462;p1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 name="Google Shape;512;p14"/>
            <p:cNvGrpSpPr/>
            <p:nvPr/>
          </p:nvGrpSpPr>
          <p:grpSpPr>
            <a:xfrm rot="5400000">
              <a:off x="1894437" y="2068638"/>
              <a:ext cx="827937" cy="4616694"/>
              <a:chOff x="1273225" y="238125"/>
              <a:chExt cx="911925" cy="5085025"/>
            </a:xfrm>
          </p:grpSpPr>
          <p:sp>
            <p:nvSpPr>
              <p:cNvPr id="513" name="Google Shape;513;p1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3" name="Google Shape;563;p14"/>
          <p:cNvSpPr/>
          <p:nvPr/>
        </p:nvSpPr>
        <p:spPr>
          <a:xfrm>
            <a:off x="580025" y="58725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4"/>
          <p:cNvSpPr/>
          <p:nvPr/>
        </p:nvSpPr>
        <p:spPr>
          <a:xfrm>
            <a:off x="8430775" y="2989725"/>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14"/>
          <p:cNvGrpSpPr/>
          <p:nvPr/>
        </p:nvGrpSpPr>
        <p:grpSpPr>
          <a:xfrm rot="883281">
            <a:off x="8083304" y="227681"/>
            <a:ext cx="828145" cy="623650"/>
            <a:chOff x="1298247" y="4927075"/>
            <a:chExt cx="1659675" cy="1249850"/>
          </a:xfrm>
        </p:grpSpPr>
        <p:sp>
          <p:nvSpPr>
            <p:cNvPr id="566" name="Google Shape;566;p14"/>
            <p:cNvSpPr/>
            <p:nvPr/>
          </p:nvSpPr>
          <p:spPr>
            <a:xfrm rot="3215413">
              <a:off x="2545927" y="54304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4"/>
            <p:cNvSpPr/>
            <p:nvPr/>
          </p:nvSpPr>
          <p:spPr>
            <a:xfrm rot="3215356">
              <a:off x="1845299" y="5015178"/>
              <a:ext cx="441734" cy="44149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rot="3223403">
              <a:off x="1726933" y="5274859"/>
              <a:ext cx="40562" cy="50845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rot="-76382">
              <a:off x="2089163" y="5409583"/>
              <a:ext cx="40510" cy="50834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4"/>
            <p:cNvSpPr/>
            <p:nvPr/>
          </p:nvSpPr>
          <p:spPr>
            <a:xfrm rot="6811941">
              <a:off x="2407593" y="5227840"/>
              <a:ext cx="40574" cy="50836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4"/>
            <p:cNvSpPr/>
            <p:nvPr/>
          </p:nvSpPr>
          <p:spPr>
            <a:xfrm rot="3215413">
              <a:off x="1937573" y="57649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rot="3215413">
              <a:off x="1366552" y="5492025"/>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14"/>
          <p:cNvGrpSpPr/>
          <p:nvPr/>
        </p:nvGrpSpPr>
        <p:grpSpPr>
          <a:xfrm rot="3213929">
            <a:off x="364799" y="2555530"/>
            <a:ext cx="467847" cy="475818"/>
            <a:chOff x="3690975" y="407750"/>
            <a:chExt cx="976647" cy="993288"/>
          </a:xfrm>
        </p:grpSpPr>
        <p:sp>
          <p:nvSpPr>
            <p:cNvPr id="574" name="Google Shape;574;p14"/>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4"/>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4"/>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4"/>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80" name="Shape 580"/>
        <p:cNvGrpSpPr/>
        <p:nvPr/>
      </p:nvGrpSpPr>
      <p:grpSpPr>
        <a:xfrm>
          <a:off x="0" y="0"/>
          <a:ext cx="0" cy="0"/>
          <a:chOff x="0" y="0"/>
          <a:chExt cx="0" cy="0"/>
        </a:xfrm>
      </p:grpSpPr>
      <p:sp>
        <p:nvSpPr>
          <p:cNvPr id="581" name="Google Shape;58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2" name="Google Shape;582;p15"/>
          <p:cNvSpPr txBox="1"/>
          <p:nvPr>
            <p:ph idx="1" type="subTitle"/>
          </p:nvPr>
        </p:nvSpPr>
        <p:spPr>
          <a:xfrm>
            <a:off x="839425" y="3245425"/>
            <a:ext cx="2064600" cy="88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83" name="Google Shape;583;p15"/>
          <p:cNvSpPr txBox="1"/>
          <p:nvPr>
            <p:ph idx="2" type="subTitle"/>
          </p:nvPr>
        </p:nvSpPr>
        <p:spPr>
          <a:xfrm>
            <a:off x="3539700" y="3245425"/>
            <a:ext cx="2064600" cy="88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84" name="Google Shape;584;p15"/>
          <p:cNvSpPr txBox="1"/>
          <p:nvPr>
            <p:ph idx="3" type="subTitle"/>
          </p:nvPr>
        </p:nvSpPr>
        <p:spPr>
          <a:xfrm>
            <a:off x="6239975" y="3245425"/>
            <a:ext cx="2064600" cy="88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85" name="Google Shape;585;p15"/>
          <p:cNvSpPr txBox="1"/>
          <p:nvPr>
            <p:ph idx="4" type="subTitle"/>
          </p:nvPr>
        </p:nvSpPr>
        <p:spPr>
          <a:xfrm>
            <a:off x="839425" y="2445350"/>
            <a:ext cx="2064600" cy="8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86" name="Google Shape;586;p15"/>
          <p:cNvSpPr txBox="1"/>
          <p:nvPr>
            <p:ph idx="5" type="subTitle"/>
          </p:nvPr>
        </p:nvSpPr>
        <p:spPr>
          <a:xfrm>
            <a:off x="3539700" y="2445350"/>
            <a:ext cx="2064600" cy="8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87" name="Google Shape;587;p15"/>
          <p:cNvSpPr txBox="1"/>
          <p:nvPr>
            <p:ph idx="6" type="subTitle"/>
          </p:nvPr>
        </p:nvSpPr>
        <p:spPr>
          <a:xfrm>
            <a:off x="6239975" y="2445350"/>
            <a:ext cx="2064600" cy="800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88" name="Google Shape;588;p15"/>
          <p:cNvSpPr/>
          <p:nvPr/>
        </p:nvSpPr>
        <p:spPr>
          <a:xfrm flipH="1" rot="10800000">
            <a:off x="280775" y="27181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flipH="1" rot="10800000">
            <a:off x="8553863" y="2505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flipH="1" rot="10800000">
            <a:off x="7543363" y="3118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5"/>
          <p:cNvSpPr/>
          <p:nvPr/>
        </p:nvSpPr>
        <p:spPr>
          <a:xfrm flipH="1" rot="10800000">
            <a:off x="932038" y="3512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flipH="1" rot="10800000">
            <a:off x="7410175" y="48150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flipH="1" rot="10800000">
            <a:off x="1476188" y="48883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5"/>
          <p:cNvSpPr/>
          <p:nvPr/>
        </p:nvSpPr>
        <p:spPr>
          <a:xfrm flipH="1" rot="10800000">
            <a:off x="4374350" y="46085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IG_NUMBER_1">
    <p:bg>
      <p:bgPr>
        <a:gradFill>
          <a:gsLst>
            <a:gs pos="0">
              <a:schemeClr val="accent2"/>
            </a:gs>
            <a:gs pos="100000">
              <a:schemeClr val="accent1"/>
            </a:gs>
          </a:gsLst>
          <a:path path="circle">
            <a:fillToRect b="100%" l="0%" r="100%" t="0%"/>
          </a:path>
          <a:tileRect b="0%" l="-100%" r="0%" t="-100%"/>
        </a:gradFill>
      </p:bgPr>
    </p:bg>
    <p:spTree>
      <p:nvGrpSpPr>
        <p:cNvPr id="595" name="Shape 595"/>
        <p:cNvGrpSpPr/>
        <p:nvPr/>
      </p:nvGrpSpPr>
      <p:grpSpPr>
        <a:xfrm>
          <a:off x="0" y="0"/>
          <a:ext cx="0" cy="0"/>
          <a:chOff x="0" y="0"/>
          <a:chExt cx="0" cy="0"/>
        </a:xfrm>
      </p:grpSpPr>
      <p:sp>
        <p:nvSpPr>
          <p:cNvPr id="596" name="Google Shape;596;p16"/>
          <p:cNvSpPr txBox="1"/>
          <p:nvPr>
            <p:ph hasCustomPrompt="1" type="title"/>
          </p:nvPr>
        </p:nvSpPr>
        <p:spPr>
          <a:xfrm>
            <a:off x="1284000" y="730950"/>
            <a:ext cx="6576000" cy="780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5500"/>
              <a:buNone/>
              <a:defRPr sz="4600">
                <a:solidFill>
                  <a:schemeClr val="lt1"/>
                </a:solidFill>
              </a:defRPr>
            </a:lvl1pPr>
            <a:lvl2pPr lvl="1" rtl="0" algn="ctr">
              <a:spcBef>
                <a:spcPts val="0"/>
              </a:spcBef>
              <a:spcAft>
                <a:spcPts val="0"/>
              </a:spcAft>
              <a:buClr>
                <a:schemeClr val="lt1"/>
              </a:buClr>
              <a:buSzPts val="5500"/>
              <a:buNone/>
              <a:defRPr sz="5500">
                <a:solidFill>
                  <a:schemeClr val="lt1"/>
                </a:solidFill>
              </a:defRPr>
            </a:lvl2pPr>
            <a:lvl3pPr lvl="2" rtl="0" algn="ctr">
              <a:spcBef>
                <a:spcPts val="0"/>
              </a:spcBef>
              <a:spcAft>
                <a:spcPts val="0"/>
              </a:spcAft>
              <a:buClr>
                <a:schemeClr val="lt1"/>
              </a:buClr>
              <a:buSzPts val="5500"/>
              <a:buNone/>
              <a:defRPr sz="5500">
                <a:solidFill>
                  <a:schemeClr val="lt1"/>
                </a:solidFill>
              </a:defRPr>
            </a:lvl3pPr>
            <a:lvl4pPr lvl="3" rtl="0" algn="ctr">
              <a:spcBef>
                <a:spcPts val="0"/>
              </a:spcBef>
              <a:spcAft>
                <a:spcPts val="0"/>
              </a:spcAft>
              <a:buClr>
                <a:schemeClr val="lt1"/>
              </a:buClr>
              <a:buSzPts val="5500"/>
              <a:buNone/>
              <a:defRPr sz="5500">
                <a:solidFill>
                  <a:schemeClr val="lt1"/>
                </a:solidFill>
              </a:defRPr>
            </a:lvl4pPr>
            <a:lvl5pPr lvl="4" rtl="0" algn="ctr">
              <a:spcBef>
                <a:spcPts val="0"/>
              </a:spcBef>
              <a:spcAft>
                <a:spcPts val="0"/>
              </a:spcAft>
              <a:buClr>
                <a:schemeClr val="lt1"/>
              </a:buClr>
              <a:buSzPts val="5500"/>
              <a:buNone/>
              <a:defRPr sz="5500">
                <a:solidFill>
                  <a:schemeClr val="lt1"/>
                </a:solidFill>
              </a:defRPr>
            </a:lvl5pPr>
            <a:lvl6pPr lvl="5" rtl="0" algn="ctr">
              <a:spcBef>
                <a:spcPts val="0"/>
              </a:spcBef>
              <a:spcAft>
                <a:spcPts val="0"/>
              </a:spcAft>
              <a:buClr>
                <a:schemeClr val="lt1"/>
              </a:buClr>
              <a:buSzPts val="5500"/>
              <a:buNone/>
              <a:defRPr sz="5500">
                <a:solidFill>
                  <a:schemeClr val="lt1"/>
                </a:solidFill>
              </a:defRPr>
            </a:lvl6pPr>
            <a:lvl7pPr lvl="6" rtl="0" algn="ctr">
              <a:spcBef>
                <a:spcPts val="0"/>
              </a:spcBef>
              <a:spcAft>
                <a:spcPts val="0"/>
              </a:spcAft>
              <a:buClr>
                <a:schemeClr val="lt1"/>
              </a:buClr>
              <a:buSzPts val="5500"/>
              <a:buNone/>
              <a:defRPr sz="5500">
                <a:solidFill>
                  <a:schemeClr val="lt1"/>
                </a:solidFill>
              </a:defRPr>
            </a:lvl7pPr>
            <a:lvl8pPr lvl="7" rtl="0" algn="ctr">
              <a:spcBef>
                <a:spcPts val="0"/>
              </a:spcBef>
              <a:spcAft>
                <a:spcPts val="0"/>
              </a:spcAft>
              <a:buClr>
                <a:schemeClr val="lt1"/>
              </a:buClr>
              <a:buSzPts val="5500"/>
              <a:buNone/>
              <a:defRPr sz="5500">
                <a:solidFill>
                  <a:schemeClr val="lt1"/>
                </a:solidFill>
              </a:defRPr>
            </a:lvl8pPr>
            <a:lvl9pPr lvl="8" rtl="0" algn="ctr">
              <a:spcBef>
                <a:spcPts val="0"/>
              </a:spcBef>
              <a:spcAft>
                <a:spcPts val="0"/>
              </a:spcAft>
              <a:buClr>
                <a:schemeClr val="lt1"/>
              </a:buClr>
              <a:buSzPts val="5500"/>
              <a:buNone/>
              <a:defRPr sz="5500">
                <a:solidFill>
                  <a:schemeClr val="lt1"/>
                </a:solidFill>
              </a:defRPr>
            </a:lvl9pPr>
          </a:lstStyle>
          <a:p>
            <a:r>
              <a:t>xx%</a:t>
            </a:r>
          </a:p>
        </p:txBody>
      </p:sp>
      <p:sp>
        <p:nvSpPr>
          <p:cNvPr id="597" name="Google Shape;597;p16"/>
          <p:cNvSpPr txBox="1"/>
          <p:nvPr>
            <p:ph idx="1" type="subTitle"/>
          </p:nvPr>
        </p:nvSpPr>
        <p:spPr>
          <a:xfrm>
            <a:off x="1284000" y="1511850"/>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1600"/>
              </a:spcBef>
              <a:spcAft>
                <a:spcPts val="0"/>
              </a:spcAft>
              <a:buClr>
                <a:schemeClr val="lt1"/>
              </a:buClr>
              <a:buSzPts val="1600"/>
              <a:buNone/>
              <a:defRPr sz="1600">
                <a:solidFill>
                  <a:schemeClr val="lt1"/>
                </a:solidFill>
              </a:defRPr>
            </a:lvl3pPr>
            <a:lvl4pPr lvl="3" rtl="0" algn="ctr">
              <a:lnSpc>
                <a:spcPct val="100000"/>
              </a:lnSpc>
              <a:spcBef>
                <a:spcPts val="1600"/>
              </a:spcBef>
              <a:spcAft>
                <a:spcPts val="0"/>
              </a:spcAft>
              <a:buClr>
                <a:schemeClr val="lt1"/>
              </a:buClr>
              <a:buSzPts val="1600"/>
              <a:buNone/>
              <a:defRPr sz="1600">
                <a:solidFill>
                  <a:schemeClr val="lt1"/>
                </a:solidFill>
              </a:defRPr>
            </a:lvl4pPr>
            <a:lvl5pPr lvl="4" rtl="0" algn="ctr">
              <a:lnSpc>
                <a:spcPct val="100000"/>
              </a:lnSpc>
              <a:spcBef>
                <a:spcPts val="1600"/>
              </a:spcBef>
              <a:spcAft>
                <a:spcPts val="0"/>
              </a:spcAft>
              <a:buClr>
                <a:schemeClr val="lt1"/>
              </a:buClr>
              <a:buSzPts val="1600"/>
              <a:buNone/>
              <a:defRPr sz="1600">
                <a:solidFill>
                  <a:schemeClr val="lt1"/>
                </a:solidFill>
              </a:defRPr>
            </a:lvl5pPr>
            <a:lvl6pPr lvl="5" rtl="0" algn="ctr">
              <a:lnSpc>
                <a:spcPct val="100000"/>
              </a:lnSpc>
              <a:spcBef>
                <a:spcPts val="1600"/>
              </a:spcBef>
              <a:spcAft>
                <a:spcPts val="0"/>
              </a:spcAft>
              <a:buClr>
                <a:schemeClr val="lt1"/>
              </a:buClr>
              <a:buSzPts val="1600"/>
              <a:buNone/>
              <a:defRPr sz="1600">
                <a:solidFill>
                  <a:schemeClr val="lt1"/>
                </a:solidFill>
              </a:defRPr>
            </a:lvl6pPr>
            <a:lvl7pPr lvl="6" rtl="0" algn="ctr">
              <a:lnSpc>
                <a:spcPct val="100000"/>
              </a:lnSpc>
              <a:spcBef>
                <a:spcPts val="1600"/>
              </a:spcBef>
              <a:spcAft>
                <a:spcPts val="0"/>
              </a:spcAft>
              <a:buClr>
                <a:schemeClr val="lt1"/>
              </a:buClr>
              <a:buSzPts val="1600"/>
              <a:buNone/>
              <a:defRPr sz="1600">
                <a:solidFill>
                  <a:schemeClr val="lt1"/>
                </a:solidFill>
              </a:defRPr>
            </a:lvl7pPr>
            <a:lvl8pPr lvl="7" rtl="0" algn="ctr">
              <a:lnSpc>
                <a:spcPct val="100000"/>
              </a:lnSpc>
              <a:spcBef>
                <a:spcPts val="1600"/>
              </a:spcBef>
              <a:spcAft>
                <a:spcPts val="0"/>
              </a:spcAft>
              <a:buClr>
                <a:schemeClr val="lt1"/>
              </a:buClr>
              <a:buSzPts val="1600"/>
              <a:buNone/>
              <a:defRPr sz="1600">
                <a:solidFill>
                  <a:schemeClr val="lt1"/>
                </a:solidFill>
              </a:defRPr>
            </a:lvl8pPr>
            <a:lvl9pPr lvl="8" rtl="0" algn="ctr">
              <a:lnSpc>
                <a:spcPct val="100000"/>
              </a:lnSpc>
              <a:spcBef>
                <a:spcPts val="1600"/>
              </a:spcBef>
              <a:spcAft>
                <a:spcPts val="1600"/>
              </a:spcAft>
              <a:buClr>
                <a:schemeClr val="lt1"/>
              </a:buClr>
              <a:buSzPts val="1600"/>
              <a:buNone/>
              <a:defRPr sz="1600">
                <a:solidFill>
                  <a:schemeClr val="lt1"/>
                </a:solidFill>
              </a:defRPr>
            </a:lvl9pPr>
          </a:lstStyle>
          <a:p/>
        </p:txBody>
      </p:sp>
      <p:sp>
        <p:nvSpPr>
          <p:cNvPr id="598" name="Google Shape;598;p16"/>
          <p:cNvSpPr txBox="1"/>
          <p:nvPr>
            <p:ph hasCustomPrompt="1" idx="2" type="title"/>
          </p:nvPr>
        </p:nvSpPr>
        <p:spPr>
          <a:xfrm>
            <a:off x="1284000" y="2008950"/>
            <a:ext cx="6576000" cy="780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5500"/>
              <a:buNone/>
              <a:defRPr sz="4600">
                <a:solidFill>
                  <a:schemeClr val="lt1"/>
                </a:solidFill>
              </a:defRPr>
            </a:lvl1pPr>
            <a:lvl2pPr lvl="1" rtl="0" algn="ctr">
              <a:spcBef>
                <a:spcPts val="0"/>
              </a:spcBef>
              <a:spcAft>
                <a:spcPts val="0"/>
              </a:spcAft>
              <a:buClr>
                <a:schemeClr val="lt1"/>
              </a:buClr>
              <a:buSzPts val="5500"/>
              <a:buNone/>
              <a:defRPr sz="5500">
                <a:solidFill>
                  <a:schemeClr val="lt1"/>
                </a:solidFill>
              </a:defRPr>
            </a:lvl2pPr>
            <a:lvl3pPr lvl="2" rtl="0" algn="ctr">
              <a:spcBef>
                <a:spcPts val="0"/>
              </a:spcBef>
              <a:spcAft>
                <a:spcPts val="0"/>
              </a:spcAft>
              <a:buClr>
                <a:schemeClr val="lt1"/>
              </a:buClr>
              <a:buSzPts val="5500"/>
              <a:buNone/>
              <a:defRPr sz="5500">
                <a:solidFill>
                  <a:schemeClr val="lt1"/>
                </a:solidFill>
              </a:defRPr>
            </a:lvl3pPr>
            <a:lvl4pPr lvl="3" rtl="0" algn="ctr">
              <a:spcBef>
                <a:spcPts val="0"/>
              </a:spcBef>
              <a:spcAft>
                <a:spcPts val="0"/>
              </a:spcAft>
              <a:buClr>
                <a:schemeClr val="lt1"/>
              </a:buClr>
              <a:buSzPts val="5500"/>
              <a:buNone/>
              <a:defRPr sz="5500">
                <a:solidFill>
                  <a:schemeClr val="lt1"/>
                </a:solidFill>
              </a:defRPr>
            </a:lvl4pPr>
            <a:lvl5pPr lvl="4" rtl="0" algn="ctr">
              <a:spcBef>
                <a:spcPts val="0"/>
              </a:spcBef>
              <a:spcAft>
                <a:spcPts val="0"/>
              </a:spcAft>
              <a:buClr>
                <a:schemeClr val="lt1"/>
              </a:buClr>
              <a:buSzPts val="5500"/>
              <a:buNone/>
              <a:defRPr sz="5500">
                <a:solidFill>
                  <a:schemeClr val="lt1"/>
                </a:solidFill>
              </a:defRPr>
            </a:lvl5pPr>
            <a:lvl6pPr lvl="5" rtl="0" algn="ctr">
              <a:spcBef>
                <a:spcPts val="0"/>
              </a:spcBef>
              <a:spcAft>
                <a:spcPts val="0"/>
              </a:spcAft>
              <a:buClr>
                <a:schemeClr val="lt1"/>
              </a:buClr>
              <a:buSzPts val="5500"/>
              <a:buNone/>
              <a:defRPr sz="5500">
                <a:solidFill>
                  <a:schemeClr val="lt1"/>
                </a:solidFill>
              </a:defRPr>
            </a:lvl6pPr>
            <a:lvl7pPr lvl="6" rtl="0" algn="ctr">
              <a:spcBef>
                <a:spcPts val="0"/>
              </a:spcBef>
              <a:spcAft>
                <a:spcPts val="0"/>
              </a:spcAft>
              <a:buClr>
                <a:schemeClr val="lt1"/>
              </a:buClr>
              <a:buSzPts val="5500"/>
              <a:buNone/>
              <a:defRPr sz="5500">
                <a:solidFill>
                  <a:schemeClr val="lt1"/>
                </a:solidFill>
              </a:defRPr>
            </a:lvl7pPr>
            <a:lvl8pPr lvl="7" rtl="0" algn="ctr">
              <a:spcBef>
                <a:spcPts val="0"/>
              </a:spcBef>
              <a:spcAft>
                <a:spcPts val="0"/>
              </a:spcAft>
              <a:buClr>
                <a:schemeClr val="lt1"/>
              </a:buClr>
              <a:buSzPts val="5500"/>
              <a:buNone/>
              <a:defRPr sz="5500">
                <a:solidFill>
                  <a:schemeClr val="lt1"/>
                </a:solidFill>
              </a:defRPr>
            </a:lvl8pPr>
            <a:lvl9pPr lvl="8" rtl="0" algn="ctr">
              <a:spcBef>
                <a:spcPts val="0"/>
              </a:spcBef>
              <a:spcAft>
                <a:spcPts val="0"/>
              </a:spcAft>
              <a:buClr>
                <a:schemeClr val="lt1"/>
              </a:buClr>
              <a:buSzPts val="5500"/>
              <a:buNone/>
              <a:defRPr sz="5500">
                <a:solidFill>
                  <a:schemeClr val="lt1"/>
                </a:solidFill>
              </a:defRPr>
            </a:lvl9pPr>
          </a:lstStyle>
          <a:p>
            <a:r>
              <a:t>xx%</a:t>
            </a:r>
          </a:p>
        </p:txBody>
      </p:sp>
      <p:sp>
        <p:nvSpPr>
          <p:cNvPr id="599" name="Google Shape;599;p16"/>
          <p:cNvSpPr txBox="1"/>
          <p:nvPr>
            <p:ph idx="3" type="subTitle"/>
          </p:nvPr>
        </p:nvSpPr>
        <p:spPr>
          <a:xfrm>
            <a:off x="1284000" y="2789850"/>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1600"/>
              </a:spcBef>
              <a:spcAft>
                <a:spcPts val="0"/>
              </a:spcAft>
              <a:buClr>
                <a:schemeClr val="lt1"/>
              </a:buClr>
              <a:buSzPts val="1600"/>
              <a:buNone/>
              <a:defRPr sz="1600">
                <a:solidFill>
                  <a:schemeClr val="lt1"/>
                </a:solidFill>
              </a:defRPr>
            </a:lvl3pPr>
            <a:lvl4pPr lvl="3" rtl="0" algn="ctr">
              <a:lnSpc>
                <a:spcPct val="100000"/>
              </a:lnSpc>
              <a:spcBef>
                <a:spcPts val="1600"/>
              </a:spcBef>
              <a:spcAft>
                <a:spcPts val="0"/>
              </a:spcAft>
              <a:buClr>
                <a:schemeClr val="lt1"/>
              </a:buClr>
              <a:buSzPts val="1600"/>
              <a:buNone/>
              <a:defRPr sz="1600">
                <a:solidFill>
                  <a:schemeClr val="lt1"/>
                </a:solidFill>
              </a:defRPr>
            </a:lvl4pPr>
            <a:lvl5pPr lvl="4" rtl="0" algn="ctr">
              <a:lnSpc>
                <a:spcPct val="100000"/>
              </a:lnSpc>
              <a:spcBef>
                <a:spcPts val="1600"/>
              </a:spcBef>
              <a:spcAft>
                <a:spcPts val="0"/>
              </a:spcAft>
              <a:buClr>
                <a:schemeClr val="lt1"/>
              </a:buClr>
              <a:buSzPts val="1600"/>
              <a:buNone/>
              <a:defRPr sz="1600">
                <a:solidFill>
                  <a:schemeClr val="lt1"/>
                </a:solidFill>
              </a:defRPr>
            </a:lvl5pPr>
            <a:lvl6pPr lvl="5" rtl="0" algn="ctr">
              <a:lnSpc>
                <a:spcPct val="100000"/>
              </a:lnSpc>
              <a:spcBef>
                <a:spcPts val="1600"/>
              </a:spcBef>
              <a:spcAft>
                <a:spcPts val="0"/>
              </a:spcAft>
              <a:buClr>
                <a:schemeClr val="lt1"/>
              </a:buClr>
              <a:buSzPts val="1600"/>
              <a:buNone/>
              <a:defRPr sz="1600">
                <a:solidFill>
                  <a:schemeClr val="lt1"/>
                </a:solidFill>
              </a:defRPr>
            </a:lvl6pPr>
            <a:lvl7pPr lvl="6" rtl="0" algn="ctr">
              <a:lnSpc>
                <a:spcPct val="100000"/>
              </a:lnSpc>
              <a:spcBef>
                <a:spcPts val="1600"/>
              </a:spcBef>
              <a:spcAft>
                <a:spcPts val="0"/>
              </a:spcAft>
              <a:buClr>
                <a:schemeClr val="lt1"/>
              </a:buClr>
              <a:buSzPts val="1600"/>
              <a:buNone/>
              <a:defRPr sz="1600">
                <a:solidFill>
                  <a:schemeClr val="lt1"/>
                </a:solidFill>
              </a:defRPr>
            </a:lvl7pPr>
            <a:lvl8pPr lvl="7" rtl="0" algn="ctr">
              <a:lnSpc>
                <a:spcPct val="100000"/>
              </a:lnSpc>
              <a:spcBef>
                <a:spcPts val="1600"/>
              </a:spcBef>
              <a:spcAft>
                <a:spcPts val="0"/>
              </a:spcAft>
              <a:buClr>
                <a:schemeClr val="lt1"/>
              </a:buClr>
              <a:buSzPts val="1600"/>
              <a:buNone/>
              <a:defRPr sz="1600">
                <a:solidFill>
                  <a:schemeClr val="lt1"/>
                </a:solidFill>
              </a:defRPr>
            </a:lvl8pPr>
            <a:lvl9pPr lvl="8" rtl="0" algn="ctr">
              <a:lnSpc>
                <a:spcPct val="100000"/>
              </a:lnSpc>
              <a:spcBef>
                <a:spcPts val="1600"/>
              </a:spcBef>
              <a:spcAft>
                <a:spcPts val="1600"/>
              </a:spcAft>
              <a:buClr>
                <a:schemeClr val="lt1"/>
              </a:buClr>
              <a:buSzPts val="1600"/>
              <a:buNone/>
              <a:defRPr sz="1600">
                <a:solidFill>
                  <a:schemeClr val="lt1"/>
                </a:solidFill>
              </a:defRPr>
            </a:lvl9pPr>
          </a:lstStyle>
          <a:p/>
        </p:txBody>
      </p:sp>
      <p:sp>
        <p:nvSpPr>
          <p:cNvPr id="600" name="Google Shape;600;p16"/>
          <p:cNvSpPr txBox="1"/>
          <p:nvPr>
            <p:ph hasCustomPrompt="1" idx="4" type="title"/>
          </p:nvPr>
        </p:nvSpPr>
        <p:spPr>
          <a:xfrm>
            <a:off x="1284000" y="3286950"/>
            <a:ext cx="6576000" cy="7809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5500"/>
              <a:buNone/>
              <a:defRPr sz="4600">
                <a:solidFill>
                  <a:schemeClr val="lt1"/>
                </a:solidFill>
              </a:defRPr>
            </a:lvl1pPr>
            <a:lvl2pPr lvl="1" rtl="0" algn="ctr">
              <a:spcBef>
                <a:spcPts val="0"/>
              </a:spcBef>
              <a:spcAft>
                <a:spcPts val="0"/>
              </a:spcAft>
              <a:buClr>
                <a:schemeClr val="lt1"/>
              </a:buClr>
              <a:buSzPts val="5500"/>
              <a:buNone/>
              <a:defRPr sz="5500">
                <a:solidFill>
                  <a:schemeClr val="lt1"/>
                </a:solidFill>
              </a:defRPr>
            </a:lvl2pPr>
            <a:lvl3pPr lvl="2" rtl="0" algn="ctr">
              <a:spcBef>
                <a:spcPts val="0"/>
              </a:spcBef>
              <a:spcAft>
                <a:spcPts val="0"/>
              </a:spcAft>
              <a:buClr>
                <a:schemeClr val="lt1"/>
              </a:buClr>
              <a:buSzPts val="5500"/>
              <a:buNone/>
              <a:defRPr sz="5500">
                <a:solidFill>
                  <a:schemeClr val="lt1"/>
                </a:solidFill>
              </a:defRPr>
            </a:lvl3pPr>
            <a:lvl4pPr lvl="3" rtl="0" algn="ctr">
              <a:spcBef>
                <a:spcPts val="0"/>
              </a:spcBef>
              <a:spcAft>
                <a:spcPts val="0"/>
              </a:spcAft>
              <a:buClr>
                <a:schemeClr val="lt1"/>
              </a:buClr>
              <a:buSzPts val="5500"/>
              <a:buNone/>
              <a:defRPr sz="5500">
                <a:solidFill>
                  <a:schemeClr val="lt1"/>
                </a:solidFill>
              </a:defRPr>
            </a:lvl4pPr>
            <a:lvl5pPr lvl="4" rtl="0" algn="ctr">
              <a:spcBef>
                <a:spcPts val="0"/>
              </a:spcBef>
              <a:spcAft>
                <a:spcPts val="0"/>
              </a:spcAft>
              <a:buClr>
                <a:schemeClr val="lt1"/>
              </a:buClr>
              <a:buSzPts val="5500"/>
              <a:buNone/>
              <a:defRPr sz="5500">
                <a:solidFill>
                  <a:schemeClr val="lt1"/>
                </a:solidFill>
              </a:defRPr>
            </a:lvl5pPr>
            <a:lvl6pPr lvl="5" rtl="0" algn="ctr">
              <a:spcBef>
                <a:spcPts val="0"/>
              </a:spcBef>
              <a:spcAft>
                <a:spcPts val="0"/>
              </a:spcAft>
              <a:buClr>
                <a:schemeClr val="lt1"/>
              </a:buClr>
              <a:buSzPts val="5500"/>
              <a:buNone/>
              <a:defRPr sz="5500">
                <a:solidFill>
                  <a:schemeClr val="lt1"/>
                </a:solidFill>
              </a:defRPr>
            </a:lvl6pPr>
            <a:lvl7pPr lvl="6" rtl="0" algn="ctr">
              <a:spcBef>
                <a:spcPts val="0"/>
              </a:spcBef>
              <a:spcAft>
                <a:spcPts val="0"/>
              </a:spcAft>
              <a:buClr>
                <a:schemeClr val="lt1"/>
              </a:buClr>
              <a:buSzPts val="5500"/>
              <a:buNone/>
              <a:defRPr sz="5500">
                <a:solidFill>
                  <a:schemeClr val="lt1"/>
                </a:solidFill>
              </a:defRPr>
            </a:lvl7pPr>
            <a:lvl8pPr lvl="7" rtl="0" algn="ctr">
              <a:spcBef>
                <a:spcPts val="0"/>
              </a:spcBef>
              <a:spcAft>
                <a:spcPts val="0"/>
              </a:spcAft>
              <a:buClr>
                <a:schemeClr val="lt1"/>
              </a:buClr>
              <a:buSzPts val="5500"/>
              <a:buNone/>
              <a:defRPr sz="5500">
                <a:solidFill>
                  <a:schemeClr val="lt1"/>
                </a:solidFill>
              </a:defRPr>
            </a:lvl8pPr>
            <a:lvl9pPr lvl="8" rtl="0" algn="ctr">
              <a:spcBef>
                <a:spcPts val="0"/>
              </a:spcBef>
              <a:spcAft>
                <a:spcPts val="0"/>
              </a:spcAft>
              <a:buClr>
                <a:schemeClr val="lt1"/>
              </a:buClr>
              <a:buSzPts val="5500"/>
              <a:buNone/>
              <a:defRPr sz="5500">
                <a:solidFill>
                  <a:schemeClr val="lt1"/>
                </a:solidFill>
              </a:defRPr>
            </a:lvl9pPr>
          </a:lstStyle>
          <a:p>
            <a:r>
              <a:t>xx%</a:t>
            </a:r>
          </a:p>
        </p:txBody>
      </p:sp>
      <p:sp>
        <p:nvSpPr>
          <p:cNvPr id="601" name="Google Shape;601;p16"/>
          <p:cNvSpPr txBox="1"/>
          <p:nvPr>
            <p:ph idx="5" type="subTitle"/>
          </p:nvPr>
        </p:nvSpPr>
        <p:spPr>
          <a:xfrm>
            <a:off x="1284000" y="4067850"/>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1600"/>
              </a:spcBef>
              <a:spcAft>
                <a:spcPts val="0"/>
              </a:spcAft>
              <a:buClr>
                <a:schemeClr val="lt1"/>
              </a:buClr>
              <a:buSzPts val="1600"/>
              <a:buNone/>
              <a:defRPr sz="1600">
                <a:solidFill>
                  <a:schemeClr val="lt1"/>
                </a:solidFill>
              </a:defRPr>
            </a:lvl3pPr>
            <a:lvl4pPr lvl="3" rtl="0" algn="ctr">
              <a:lnSpc>
                <a:spcPct val="100000"/>
              </a:lnSpc>
              <a:spcBef>
                <a:spcPts val="1600"/>
              </a:spcBef>
              <a:spcAft>
                <a:spcPts val="0"/>
              </a:spcAft>
              <a:buClr>
                <a:schemeClr val="lt1"/>
              </a:buClr>
              <a:buSzPts val="1600"/>
              <a:buNone/>
              <a:defRPr sz="1600">
                <a:solidFill>
                  <a:schemeClr val="lt1"/>
                </a:solidFill>
              </a:defRPr>
            </a:lvl4pPr>
            <a:lvl5pPr lvl="4" rtl="0" algn="ctr">
              <a:lnSpc>
                <a:spcPct val="100000"/>
              </a:lnSpc>
              <a:spcBef>
                <a:spcPts val="1600"/>
              </a:spcBef>
              <a:spcAft>
                <a:spcPts val="0"/>
              </a:spcAft>
              <a:buClr>
                <a:schemeClr val="lt1"/>
              </a:buClr>
              <a:buSzPts val="1600"/>
              <a:buNone/>
              <a:defRPr sz="1600">
                <a:solidFill>
                  <a:schemeClr val="lt1"/>
                </a:solidFill>
              </a:defRPr>
            </a:lvl5pPr>
            <a:lvl6pPr lvl="5" rtl="0" algn="ctr">
              <a:lnSpc>
                <a:spcPct val="100000"/>
              </a:lnSpc>
              <a:spcBef>
                <a:spcPts val="1600"/>
              </a:spcBef>
              <a:spcAft>
                <a:spcPts val="0"/>
              </a:spcAft>
              <a:buClr>
                <a:schemeClr val="lt1"/>
              </a:buClr>
              <a:buSzPts val="1600"/>
              <a:buNone/>
              <a:defRPr sz="1600">
                <a:solidFill>
                  <a:schemeClr val="lt1"/>
                </a:solidFill>
              </a:defRPr>
            </a:lvl6pPr>
            <a:lvl7pPr lvl="6" rtl="0" algn="ctr">
              <a:lnSpc>
                <a:spcPct val="100000"/>
              </a:lnSpc>
              <a:spcBef>
                <a:spcPts val="1600"/>
              </a:spcBef>
              <a:spcAft>
                <a:spcPts val="0"/>
              </a:spcAft>
              <a:buClr>
                <a:schemeClr val="lt1"/>
              </a:buClr>
              <a:buSzPts val="1600"/>
              <a:buNone/>
              <a:defRPr sz="1600">
                <a:solidFill>
                  <a:schemeClr val="lt1"/>
                </a:solidFill>
              </a:defRPr>
            </a:lvl7pPr>
            <a:lvl8pPr lvl="7" rtl="0" algn="ctr">
              <a:lnSpc>
                <a:spcPct val="100000"/>
              </a:lnSpc>
              <a:spcBef>
                <a:spcPts val="1600"/>
              </a:spcBef>
              <a:spcAft>
                <a:spcPts val="0"/>
              </a:spcAft>
              <a:buClr>
                <a:schemeClr val="lt1"/>
              </a:buClr>
              <a:buSzPts val="1600"/>
              <a:buNone/>
              <a:defRPr sz="1600">
                <a:solidFill>
                  <a:schemeClr val="lt1"/>
                </a:solidFill>
              </a:defRPr>
            </a:lvl8pPr>
            <a:lvl9pPr lvl="8" rtl="0" algn="ctr">
              <a:lnSpc>
                <a:spcPct val="100000"/>
              </a:lnSpc>
              <a:spcBef>
                <a:spcPts val="1600"/>
              </a:spcBef>
              <a:spcAft>
                <a:spcPts val="1600"/>
              </a:spcAft>
              <a:buClr>
                <a:schemeClr val="lt1"/>
              </a:buClr>
              <a:buSzPts val="1600"/>
              <a:buNone/>
              <a:defRPr sz="16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602" name="Shape 602"/>
        <p:cNvGrpSpPr/>
        <p:nvPr/>
      </p:nvGrpSpPr>
      <p:grpSpPr>
        <a:xfrm>
          <a:off x="0" y="0"/>
          <a:ext cx="0" cy="0"/>
          <a:chOff x="0" y="0"/>
          <a:chExt cx="0" cy="0"/>
        </a:xfrm>
      </p:grpSpPr>
      <p:sp>
        <p:nvSpPr>
          <p:cNvPr id="603" name="Google Shape;603;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4" name="Google Shape;604;p17"/>
          <p:cNvSpPr txBox="1"/>
          <p:nvPr>
            <p:ph idx="1" type="subTitle"/>
          </p:nvPr>
        </p:nvSpPr>
        <p:spPr>
          <a:xfrm>
            <a:off x="1139550" y="1610945"/>
            <a:ext cx="6864900" cy="530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5" name="Google Shape;605;p17"/>
          <p:cNvSpPr txBox="1"/>
          <p:nvPr>
            <p:ph idx="2" type="subTitle"/>
          </p:nvPr>
        </p:nvSpPr>
        <p:spPr>
          <a:xfrm>
            <a:off x="1139550" y="2731127"/>
            <a:ext cx="6864900" cy="52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6" name="Google Shape;606;p17"/>
          <p:cNvSpPr txBox="1"/>
          <p:nvPr>
            <p:ph idx="3" type="subTitle"/>
          </p:nvPr>
        </p:nvSpPr>
        <p:spPr>
          <a:xfrm>
            <a:off x="1139550" y="3851626"/>
            <a:ext cx="6864900" cy="52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7" name="Google Shape;607;p17"/>
          <p:cNvSpPr txBox="1"/>
          <p:nvPr>
            <p:ph idx="4" type="subTitle"/>
          </p:nvPr>
        </p:nvSpPr>
        <p:spPr>
          <a:xfrm>
            <a:off x="1139550" y="1241275"/>
            <a:ext cx="6864900" cy="53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08" name="Google Shape;608;p17"/>
          <p:cNvSpPr txBox="1"/>
          <p:nvPr>
            <p:ph idx="5" type="subTitle"/>
          </p:nvPr>
        </p:nvSpPr>
        <p:spPr>
          <a:xfrm>
            <a:off x="1139550" y="2350127"/>
            <a:ext cx="68649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09" name="Google Shape;609;p17"/>
          <p:cNvSpPr txBox="1"/>
          <p:nvPr>
            <p:ph idx="6" type="subTitle"/>
          </p:nvPr>
        </p:nvSpPr>
        <p:spPr>
          <a:xfrm>
            <a:off x="1139550" y="3470626"/>
            <a:ext cx="68649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DM Sans"/>
                <a:ea typeface="DM Sans"/>
                <a:cs typeface="DM Sans"/>
                <a:sym typeface="DM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10" name="Google Shape;610;p17"/>
          <p:cNvSpPr/>
          <p:nvPr/>
        </p:nvSpPr>
        <p:spPr>
          <a:xfrm flipH="1">
            <a:off x="8746413" y="21413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flipH="1">
            <a:off x="1133363" y="3118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flipH="1">
            <a:off x="437175" y="28201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flipH="1">
            <a:off x="4169525" y="4706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flipH="1">
            <a:off x="7628400" y="4706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5" name="Google Shape;615;p17"/>
          <p:cNvGrpSpPr/>
          <p:nvPr/>
        </p:nvGrpSpPr>
        <p:grpSpPr>
          <a:xfrm rot="3214149">
            <a:off x="8494342" y="3851540"/>
            <a:ext cx="341583" cy="347323"/>
            <a:chOff x="3690975" y="407750"/>
            <a:chExt cx="976647" cy="993288"/>
          </a:xfrm>
        </p:grpSpPr>
        <p:sp>
          <p:nvSpPr>
            <p:cNvPr id="616" name="Google Shape;616;p17"/>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2" name="Google Shape;622;p17"/>
          <p:cNvSpPr/>
          <p:nvPr/>
        </p:nvSpPr>
        <p:spPr>
          <a:xfrm flipH="1">
            <a:off x="499100" y="46085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3" name="Google Shape;623;p17"/>
          <p:cNvGrpSpPr/>
          <p:nvPr/>
        </p:nvGrpSpPr>
        <p:grpSpPr>
          <a:xfrm rot="3214149">
            <a:off x="337079" y="1140677"/>
            <a:ext cx="341583" cy="347323"/>
            <a:chOff x="3690975" y="407750"/>
            <a:chExt cx="976647" cy="993288"/>
          </a:xfrm>
        </p:grpSpPr>
        <p:sp>
          <p:nvSpPr>
            <p:cNvPr id="624" name="Google Shape;624;p17"/>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7"/>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7"/>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7"/>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630" name="Shape 630"/>
        <p:cNvGrpSpPr/>
        <p:nvPr/>
      </p:nvGrpSpPr>
      <p:grpSpPr>
        <a:xfrm>
          <a:off x="0" y="0"/>
          <a:ext cx="0" cy="0"/>
          <a:chOff x="0" y="0"/>
          <a:chExt cx="0" cy="0"/>
        </a:xfrm>
      </p:grpSpPr>
      <p:sp>
        <p:nvSpPr>
          <p:cNvPr id="631" name="Google Shape;63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2" name="Google Shape;632;p18"/>
          <p:cNvSpPr txBox="1"/>
          <p:nvPr>
            <p:ph idx="1" type="subTitle"/>
          </p:nvPr>
        </p:nvSpPr>
        <p:spPr>
          <a:xfrm>
            <a:off x="1657659" y="1565625"/>
            <a:ext cx="67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33" name="Google Shape;633;p18"/>
          <p:cNvSpPr txBox="1"/>
          <p:nvPr>
            <p:ph idx="2" type="subTitle"/>
          </p:nvPr>
        </p:nvSpPr>
        <p:spPr>
          <a:xfrm>
            <a:off x="1657659" y="2731125"/>
            <a:ext cx="6709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34" name="Google Shape;634;p18"/>
          <p:cNvSpPr txBox="1"/>
          <p:nvPr>
            <p:ph idx="3" type="subTitle"/>
          </p:nvPr>
        </p:nvSpPr>
        <p:spPr>
          <a:xfrm>
            <a:off x="1657659" y="3851625"/>
            <a:ext cx="6709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35" name="Google Shape;635;p18"/>
          <p:cNvSpPr txBox="1"/>
          <p:nvPr>
            <p:ph idx="4" type="subTitle"/>
          </p:nvPr>
        </p:nvSpPr>
        <p:spPr>
          <a:xfrm>
            <a:off x="1657650" y="1253625"/>
            <a:ext cx="67092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636" name="Google Shape;636;p18"/>
          <p:cNvSpPr txBox="1"/>
          <p:nvPr>
            <p:ph idx="5" type="subTitle"/>
          </p:nvPr>
        </p:nvSpPr>
        <p:spPr>
          <a:xfrm>
            <a:off x="1657650" y="2374125"/>
            <a:ext cx="67092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637" name="Google Shape;637;p18"/>
          <p:cNvSpPr txBox="1"/>
          <p:nvPr>
            <p:ph idx="6" type="subTitle"/>
          </p:nvPr>
        </p:nvSpPr>
        <p:spPr>
          <a:xfrm>
            <a:off x="1657650" y="3494725"/>
            <a:ext cx="67092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000">
                <a:solidFill>
                  <a:schemeClr val="dk1"/>
                </a:solidFill>
                <a:latin typeface="Outfit"/>
                <a:ea typeface="Outfit"/>
                <a:cs typeface="Outfit"/>
                <a:sym typeface="Outfit"/>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638" name="Google Shape;638;p18"/>
          <p:cNvSpPr/>
          <p:nvPr/>
        </p:nvSpPr>
        <p:spPr>
          <a:xfrm flipH="1">
            <a:off x="8661788" y="3641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flipH="1">
            <a:off x="2077738" y="3118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flipH="1">
            <a:off x="242675" y="26684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flipH="1">
            <a:off x="1314225" y="47229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flipH="1">
            <a:off x="5781675" y="47229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3" name="Google Shape;643;p18"/>
          <p:cNvGrpSpPr/>
          <p:nvPr/>
        </p:nvGrpSpPr>
        <p:grpSpPr>
          <a:xfrm rot="3214149">
            <a:off x="313004" y="511940"/>
            <a:ext cx="341583" cy="347323"/>
            <a:chOff x="3690975" y="407750"/>
            <a:chExt cx="976647" cy="993288"/>
          </a:xfrm>
        </p:grpSpPr>
        <p:sp>
          <p:nvSpPr>
            <p:cNvPr id="644" name="Google Shape;644;p18"/>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50" name="Shape 650"/>
        <p:cNvGrpSpPr/>
        <p:nvPr/>
      </p:nvGrpSpPr>
      <p:grpSpPr>
        <a:xfrm>
          <a:off x="0" y="0"/>
          <a:ext cx="0" cy="0"/>
          <a:chOff x="0" y="0"/>
          <a:chExt cx="0" cy="0"/>
        </a:xfrm>
      </p:grpSpPr>
      <p:sp>
        <p:nvSpPr>
          <p:cNvPr id="651" name="Google Shape;65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2" name="Google Shape;652;p19"/>
          <p:cNvSpPr txBox="1"/>
          <p:nvPr>
            <p:ph idx="1" type="subTitle"/>
          </p:nvPr>
        </p:nvSpPr>
        <p:spPr>
          <a:xfrm>
            <a:off x="1172275" y="1749375"/>
            <a:ext cx="26901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3" name="Google Shape;653;p19"/>
          <p:cNvSpPr txBox="1"/>
          <p:nvPr>
            <p:ph idx="2" type="subTitle"/>
          </p:nvPr>
        </p:nvSpPr>
        <p:spPr>
          <a:xfrm>
            <a:off x="5292425" y="1749375"/>
            <a:ext cx="26793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4" name="Google Shape;654;p19"/>
          <p:cNvSpPr txBox="1"/>
          <p:nvPr>
            <p:ph idx="3" type="subTitle"/>
          </p:nvPr>
        </p:nvSpPr>
        <p:spPr>
          <a:xfrm>
            <a:off x="1172275" y="3333375"/>
            <a:ext cx="26901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5" name="Google Shape;655;p19"/>
          <p:cNvSpPr txBox="1"/>
          <p:nvPr>
            <p:ph idx="4" type="subTitle"/>
          </p:nvPr>
        </p:nvSpPr>
        <p:spPr>
          <a:xfrm>
            <a:off x="5292425" y="3333375"/>
            <a:ext cx="2679300" cy="91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6" name="Google Shape;656;p19"/>
          <p:cNvSpPr txBox="1"/>
          <p:nvPr>
            <p:ph idx="5" type="subTitle"/>
          </p:nvPr>
        </p:nvSpPr>
        <p:spPr>
          <a:xfrm>
            <a:off x="1172275" y="1444575"/>
            <a:ext cx="2690100" cy="35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7" name="Google Shape;657;p19"/>
          <p:cNvSpPr txBox="1"/>
          <p:nvPr>
            <p:ph idx="6" type="subTitle"/>
          </p:nvPr>
        </p:nvSpPr>
        <p:spPr>
          <a:xfrm>
            <a:off x="5292425" y="1444575"/>
            <a:ext cx="2679300" cy="35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8" name="Google Shape;658;p19"/>
          <p:cNvSpPr txBox="1"/>
          <p:nvPr>
            <p:ph idx="7" type="subTitle"/>
          </p:nvPr>
        </p:nvSpPr>
        <p:spPr>
          <a:xfrm>
            <a:off x="1172275" y="3028575"/>
            <a:ext cx="2690100" cy="35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9" name="Google Shape;659;p19"/>
          <p:cNvSpPr txBox="1"/>
          <p:nvPr>
            <p:ph idx="8" type="subTitle"/>
          </p:nvPr>
        </p:nvSpPr>
        <p:spPr>
          <a:xfrm>
            <a:off x="5292425" y="3028575"/>
            <a:ext cx="2679300" cy="35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grpSp>
        <p:nvGrpSpPr>
          <p:cNvPr id="660" name="Google Shape;660;p19"/>
          <p:cNvGrpSpPr/>
          <p:nvPr/>
        </p:nvGrpSpPr>
        <p:grpSpPr>
          <a:xfrm rot="2990921">
            <a:off x="228563" y="-601421"/>
            <a:ext cx="346352" cy="1931306"/>
            <a:chOff x="1273225" y="238125"/>
            <a:chExt cx="911925" cy="5085025"/>
          </a:xfrm>
        </p:grpSpPr>
        <p:sp>
          <p:nvSpPr>
            <p:cNvPr id="661" name="Google Shape;661;p19"/>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9"/>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9"/>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9"/>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 name="Google Shape;711;p19"/>
          <p:cNvGrpSpPr/>
          <p:nvPr/>
        </p:nvGrpSpPr>
        <p:grpSpPr>
          <a:xfrm flipH="1" rot="-2990921">
            <a:off x="8527263" y="-520121"/>
            <a:ext cx="346352" cy="1931306"/>
            <a:chOff x="1273225" y="238125"/>
            <a:chExt cx="911925" cy="5085025"/>
          </a:xfrm>
        </p:grpSpPr>
        <p:sp>
          <p:nvSpPr>
            <p:cNvPr id="712" name="Google Shape;712;p19"/>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9"/>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9"/>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9"/>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9"/>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9"/>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9"/>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9"/>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9"/>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9"/>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9"/>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9"/>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9"/>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9"/>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9"/>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19"/>
          <p:cNvSpPr/>
          <p:nvPr/>
        </p:nvSpPr>
        <p:spPr>
          <a:xfrm flipH="1">
            <a:off x="8661788" y="3641875"/>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9"/>
          <p:cNvSpPr/>
          <p:nvPr/>
        </p:nvSpPr>
        <p:spPr>
          <a:xfrm flipH="1">
            <a:off x="2071313" y="4274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9"/>
          <p:cNvSpPr/>
          <p:nvPr/>
        </p:nvSpPr>
        <p:spPr>
          <a:xfrm flipH="1">
            <a:off x="242675" y="26684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flipH="1">
            <a:off x="1314225" y="472295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9"/>
          <p:cNvSpPr/>
          <p:nvPr/>
        </p:nvSpPr>
        <p:spPr>
          <a:xfrm flipH="1">
            <a:off x="5781675" y="472295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_1">
    <p:spTree>
      <p:nvGrpSpPr>
        <p:cNvPr id="767" name="Shape 767"/>
        <p:cNvGrpSpPr/>
        <p:nvPr/>
      </p:nvGrpSpPr>
      <p:grpSpPr>
        <a:xfrm>
          <a:off x="0" y="0"/>
          <a:ext cx="0" cy="0"/>
          <a:chOff x="0" y="0"/>
          <a:chExt cx="0" cy="0"/>
        </a:xfrm>
      </p:grpSpPr>
      <p:sp>
        <p:nvSpPr>
          <p:cNvPr id="768" name="Google Shape;76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9" name="Google Shape;769;p20"/>
          <p:cNvSpPr txBox="1"/>
          <p:nvPr>
            <p:ph idx="1" type="subTitle"/>
          </p:nvPr>
        </p:nvSpPr>
        <p:spPr>
          <a:xfrm>
            <a:off x="695675" y="21113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0" name="Google Shape;770;p20"/>
          <p:cNvSpPr txBox="1"/>
          <p:nvPr>
            <p:ph idx="2" type="subTitle"/>
          </p:nvPr>
        </p:nvSpPr>
        <p:spPr>
          <a:xfrm>
            <a:off x="3367350" y="21113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1" name="Google Shape;771;p20"/>
          <p:cNvSpPr txBox="1"/>
          <p:nvPr>
            <p:ph idx="3" type="subTitle"/>
          </p:nvPr>
        </p:nvSpPr>
        <p:spPr>
          <a:xfrm>
            <a:off x="695675" y="38908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2" name="Google Shape;772;p20"/>
          <p:cNvSpPr txBox="1"/>
          <p:nvPr>
            <p:ph idx="4" type="subTitle"/>
          </p:nvPr>
        </p:nvSpPr>
        <p:spPr>
          <a:xfrm>
            <a:off x="3367350" y="38908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3" name="Google Shape;773;p20"/>
          <p:cNvSpPr txBox="1"/>
          <p:nvPr>
            <p:ph idx="5" type="subTitle"/>
          </p:nvPr>
        </p:nvSpPr>
        <p:spPr>
          <a:xfrm>
            <a:off x="695675" y="1749625"/>
            <a:ext cx="24093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4" name="Google Shape;774;p20"/>
          <p:cNvSpPr txBox="1"/>
          <p:nvPr>
            <p:ph idx="6" type="subTitle"/>
          </p:nvPr>
        </p:nvSpPr>
        <p:spPr>
          <a:xfrm>
            <a:off x="3367350" y="1749625"/>
            <a:ext cx="24093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5" name="Google Shape;775;p20"/>
          <p:cNvSpPr txBox="1"/>
          <p:nvPr>
            <p:ph idx="7" type="subTitle"/>
          </p:nvPr>
        </p:nvSpPr>
        <p:spPr>
          <a:xfrm>
            <a:off x="695675" y="3557825"/>
            <a:ext cx="24093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6" name="Google Shape;776;p20"/>
          <p:cNvSpPr txBox="1"/>
          <p:nvPr>
            <p:ph idx="8" type="subTitle"/>
          </p:nvPr>
        </p:nvSpPr>
        <p:spPr>
          <a:xfrm>
            <a:off x="3367350" y="3557825"/>
            <a:ext cx="25698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7" name="Google Shape;777;p20"/>
          <p:cNvSpPr txBox="1"/>
          <p:nvPr>
            <p:ph idx="9" type="subTitle"/>
          </p:nvPr>
        </p:nvSpPr>
        <p:spPr>
          <a:xfrm>
            <a:off x="6039024" y="21113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8" name="Google Shape;778;p20"/>
          <p:cNvSpPr txBox="1"/>
          <p:nvPr>
            <p:ph idx="13" type="subTitle"/>
          </p:nvPr>
        </p:nvSpPr>
        <p:spPr>
          <a:xfrm>
            <a:off x="6039024" y="3890825"/>
            <a:ext cx="2409300" cy="69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9" name="Google Shape;779;p20"/>
          <p:cNvSpPr txBox="1"/>
          <p:nvPr>
            <p:ph idx="14" type="subTitle"/>
          </p:nvPr>
        </p:nvSpPr>
        <p:spPr>
          <a:xfrm>
            <a:off x="6039025" y="1749625"/>
            <a:ext cx="24093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80" name="Google Shape;780;p20"/>
          <p:cNvSpPr txBox="1"/>
          <p:nvPr>
            <p:ph idx="15" type="subTitle"/>
          </p:nvPr>
        </p:nvSpPr>
        <p:spPr>
          <a:xfrm>
            <a:off x="6039024" y="3557825"/>
            <a:ext cx="24093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ONE_COLUMN_TEXT_1">
    <p:spTree>
      <p:nvGrpSpPr>
        <p:cNvPr id="781" name="Shape 781"/>
        <p:cNvGrpSpPr/>
        <p:nvPr/>
      </p:nvGrpSpPr>
      <p:grpSpPr>
        <a:xfrm>
          <a:off x="0" y="0"/>
          <a:ext cx="0" cy="0"/>
          <a:chOff x="0" y="0"/>
          <a:chExt cx="0" cy="0"/>
        </a:xfrm>
      </p:grpSpPr>
      <p:sp>
        <p:nvSpPr>
          <p:cNvPr id="782" name="Google Shape;782;p21"/>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3" name="Google Shape;783;p21"/>
          <p:cNvSpPr txBox="1"/>
          <p:nvPr>
            <p:ph idx="1" type="subTitle"/>
          </p:nvPr>
        </p:nvSpPr>
        <p:spPr>
          <a:xfrm>
            <a:off x="766950" y="1347250"/>
            <a:ext cx="6471000" cy="2958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784" name="Google Shape;784;p21"/>
          <p:cNvSpPr/>
          <p:nvPr/>
        </p:nvSpPr>
        <p:spPr>
          <a:xfrm rot="10800000">
            <a:off x="8553863" y="271816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1"/>
          <p:cNvSpPr/>
          <p:nvPr/>
        </p:nvSpPr>
        <p:spPr>
          <a:xfrm rot="10800000">
            <a:off x="2543438" y="481820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1"/>
          <p:cNvSpPr/>
          <p:nvPr/>
        </p:nvSpPr>
        <p:spPr>
          <a:xfrm rot="10800000">
            <a:off x="280775" y="250515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1"/>
          <p:cNvSpPr/>
          <p:nvPr/>
        </p:nvSpPr>
        <p:spPr>
          <a:xfrm rot="10800000">
            <a:off x="6140250" y="4684988"/>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1"/>
          <p:cNvSpPr/>
          <p:nvPr/>
        </p:nvSpPr>
        <p:spPr>
          <a:xfrm rot="10800000">
            <a:off x="1321000" y="367638"/>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1"/>
          <p:cNvSpPr/>
          <p:nvPr/>
        </p:nvSpPr>
        <p:spPr>
          <a:xfrm rot="10800000">
            <a:off x="7902600" y="3512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21"/>
          <p:cNvGrpSpPr/>
          <p:nvPr/>
        </p:nvGrpSpPr>
        <p:grpSpPr>
          <a:xfrm rot="2990921">
            <a:off x="228563" y="-601421"/>
            <a:ext cx="346352" cy="1931306"/>
            <a:chOff x="1273225" y="238125"/>
            <a:chExt cx="911925" cy="5085025"/>
          </a:xfrm>
        </p:grpSpPr>
        <p:sp>
          <p:nvSpPr>
            <p:cNvPr id="791" name="Google Shape;791;p2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 name="Google Shape;841;p21"/>
          <p:cNvGrpSpPr/>
          <p:nvPr/>
        </p:nvGrpSpPr>
        <p:grpSpPr>
          <a:xfrm flipH="1" rot="-2990921">
            <a:off x="8527263" y="-520121"/>
            <a:ext cx="346352" cy="1931306"/>
            <a:chOff x="1273225" y="238125"/>
            <a:chExt cx="911925" cy="5085025"/>
          </a:xfrm>
        </p:grpSpPr>
        <p:sp>
          <p:nvSpPr>
            <p:cNvPr id="842" name="Google Shape;842;p2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892" name="Shape 892"/>
        <p:cNvGrpSpPr/>
        <p:nvPr/>
      </p:nvGrpSpPr>
      <p:grpSpPr>
        <a:xfrm>
          <a:off x="0" y="0"/>
          <a:ext cx="0" cy="0"/>
          <a:chOff x="0" y="0"/>
          <a:chExt cx="0" cy="0"/>
        </a:xfrm>
      </p:grpSpPr>
      <p:sp>
        <p:nvSpPr>
          <p:cNvPr id="893" name="Google Shape;893;p22"/>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94" name="Google Shape;894;p22"/>
          <p:cNvSpPr txBox="1"/>
          <p:nvPr>
            <p:ph idx="1" type="subTitle"/>
          </p:nvPr>
        </p:nvSpPr>
        <p:spPr>
          <a:xfrm>
            <a:off x="768100" y="1347252"/>
            <a:ext cx="4914300" cy="3310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895" name="Google Shape;895;p22"/>
          <p:cNvSpPr/>
          <p:nvPr/>
        </p:nvSpPr>
        <p:spPr>
          <a:xfrm>
            <a:off x="379850" y="13974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2"/>
          <p:cNvSpPr/>
          <p:nvPr/>
        </p:nvSpPr>
        <p:spPr>
          <a:xfrm>
            <a:off x="1738725" y="2443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_1_1">
    <p:spTree>
      <p:nvGrpSpPr>
        <p:cNvPr id="897" name="Shape 897"/>
        <p:cNvGrpSpPr/>
        <p:nvPr/>
      </p:nvGrpSpPr>
      <p:grpSpPr>
        <a:xfrm>
          <a:off x="0" y="0"/>
          <a:ext cx="0" cy="0"/>
          <a:chOff x="0" y="0"/>
          <a:chExt cx="0" cy="0"/>
        </a:xfrm>
      </p:grpSpPr>
      <p:sp>
        <p:nvSpPr>
          <p:cNvPr id="898" name="Google Shape;898;p23"/>
          <p:cNvSpPr txBox="1"/>
          <p:nvPr>
            <p:ph type="title"/>
          </p:nvPr>
        </p:nvSpPr>
        <p:spPr>
          <a:xfrm>
            <a:off x="911100" y="1093625"/>
            <a:ext cx="3660900" cy="1692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99" name="Google Shape;899;p23"/>
          <p:cNvSpPr txBox="1"/>
          <p:nvPr>
            <p:ph idx="1" type="subTitle"/>
          </p:nvPr>
        </p:nvSpPr>
        <p:spPr>
          <a:xfrm>
            <a:off x="911100" y="2996175"/>
            <a:ext cx="3660900" cy="1256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900" name="Google Shape;900;p23"/>
          <p:cNvSpPr/>
          <p:nvPr>
            <p:ph idx="2" type="pic"/>
          </p:nvPr>
        </p:nvSpPr>
        <p:spPr>
          <a:xfrm>
            <a:off x="5091525" y="1198175"/>
            <a:ext cx="3076800" cy="3076800"/>
          </a:xfrm>
          <a:prstGeom prst="rect">
            <a:avLst/>
          </a:prstGeom>
          <a:noFill/>
          <a:ln>
            <a:noFill/>
          </a:ln>
        </p:spPr>
      </p:sp>
      <p:sp>
        <p:nvSpPr>
          <p:cNvPr id="901" name="Google Shape;901;p23"/>
          <p:cNvSpPr/>
          <p:nvPr/>
        </p:nvSpPr>
        <p:spPr>
          <a:xfrm flipH="1" rot="10800000">
            <a:off x="3956538" y="2007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3"/>
          <p:cNvSpPr/>
          <p:nvPr/>
        </p:nvSpPr>
        <p:spPr>
          <a:xfrm flipH="1" rot="10800000">
            <a:off x="258363" y="26524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3"/>
          <p:cNvSpPr/>
          <p:nvPr/>
        </p:nvSpPr>
        <p:spPr>
          <a:xfrm flipH="1" rot="10800000">
            <a:off x="777888" y="46457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3"/>
          <p:cNvSpPr/>
          <p:nvPr/>
        </p:nvSpPr>
        <p:spPr>
          <a:xfrm flipH="1" rot="10800000">
            <a:off x="8725938" y="333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3"/>
          <p:cNvSpPr/>
          <p:nvPr/>
        </p:nvSpPr>
        <p:spPr>
          <a:xfrm flipH="1" rot="10800000">
            <a:off x="8592738" y="4778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ONE_COLUMN_TEXT_1_1_2">
    <p:spTree>
      <p:nvGrpSpPr>
        <p:cNvPr id="906" name="Shape 906"/>
        <p:cNvGrpSpPr/>
        <p:nvPr/>
      </p:nvGrpSpPr>
      <p:grpSpPr>
        <a:xfrm>
          <a:off x="0" y="0"/>
          <a:ext cx="0" cy="0"/>
          <a:chOff x="0" y="0"/>
          <a:chExt cx="0" cy="0"/>
        </a:xfrm>
      </p:grpSpPr>
      <p:sp>
        <p:nvSpPr>
          <p:cNvPr id="907" name="Google Shape;907;p24"/>
          <p:cNvSpPr txBox="1"/>
          <p:nvPr>
            <p:ph type="title"/>
          </p:nvPr>
        </p:nvSpPr>
        <p:spPr>
          <a:xfrm>
            <a:off x="1529550" y="1673250"/>
            <a:ext cx="2902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08" name="Google Shape;908;p24"/>
          <p:cNvSpPr txBox="1"/>
          <p:nvPr>
            <p:ph idx="1" type="subTitle"/>
          </p:nvPr>
        </p:nvSpPr>
        <p:spPr>
          <a:xfrm>
            <a:off x="1529682" y="2427875"/>
            <a:ext cx="2902500" cy="12108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909" name="Google Shape;909;p24"/>
          <p:cNvSpPr/>
          <p:nvPr/>
        </p:nvSpPr>
        <p:spPr>
          <a:xfrm flipH="1">
            <a:off x="8585588" y="211275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4"/>
          <p:cNvSpPr/>
          <p:nvPr/>
        </p:nvSpPr>
        <p:spPr>
          <a:xfrm flipH="1">
            <a:off x="2071313" y="4274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flipH="1">
            <a:off x="242675" y="26684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flipH="1">
            <a:off x="1314225" y="4722950"/>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4"/>
          <p:cNvSpPr/>
          <p:nvPr/>
        </p:nvSpPr>
        <p:spPr>
          <a:xfrm flipH="1">
            <a:off x="6595688" y="294213"/>
            <a:ext cx="133200" cy="133200"/>
          </a:xfrm>
          <a:prstGeom prst="ellipse">
            <a:avLst/>
          </a:prstGeom>
          <a:solidFill>
            <a:srgbClr val="EE9671">
              <a:alpha val="47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ONE_COLUMN_TEXT_1_1_3">
    <p:spTree>
      <p:nvGrpSpPr>
        <p:cNvPr id="914" name="Shape 914"/>
        <p:cNvGrpSpPr/>
        <p:nvPr/>
      </p:nvGrpSpPr>
      <p:grpSpPr>
        <a:xfrm>
          <a:off x="0" y="0"/>
          <a:ext cx="0" cy="0"/>
          <a:chOff x="0" y="0"/>
          <a:chExt cx="0" cy="0"/>
        </a:xfrm>
      </p:grpSpPr>
      <p:sp>
        <p:nvSpPr>
          <p:cNvPr id="915" name="Google Shape;915;p25"/>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16" name="Google Shape;916;p25"/>
          <p:cNvSpPr txBox="1"/>
          <p:nvPr>
            <p:ph idx="1" type="subTitle"/>
          </p:nvPr>
        </p:nvSpPr>
        <p:spPr>
          <a:xfrm>
            <a:off x="768100" y="1789401"/>
            <a:ext cx="4914300" cy="20805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917" name="Google Shape;917;p25"/>
          <p:cNvSpPr/>
          <p:nvPr/>
        </p:nvSpPr>
        <p:spPr>
          <a:xfrm>
            <a:off x="379850" y="13974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5"/>
          <p:cNvSpPr/>
          <p:nvPr/>
        </p:nvSpPr>
        <p:spPr>
          <a:xfrm>
            <a:off x="1738725" y="2443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19" name="Shape 919"/>
        <p:cNvGrpSpPr/>
        <p:nvPr/>
      </p:nvGrpSpPr>
      <p:grpSpPr>
        <a:xfrm>
          <a:off x="0" y="0"/>
          <a:ext cx="0" cy="0"/>
          <a:chOff x="0" y="0"/>
          <a:chExt cx="0" cy="0"/>
        </a:xfrm>
      </p:grpSpPr>
      <p:sp>
        <p:nvSpPr>
          <p:cNvPr id="920" name="Google Shape;920;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1" name="Google Shape;921;p26"/>
          <p:cNvSpPr/>
          <p:nvPr/>
        </p:nvSpPr>
        <p:spPr>
          <a:xfrm flipH="1" rot="10800000">
            <a:off x="452225" y="26895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6"/>
          <p:cNvSpPr/>
          <p:nvPr/>
        </p:nvSpPr>
        <p:spPr>
          <a:xfrm flipH="1" rot="10800000">
            <a:off x="7042700" y="47039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6"/>
          <p:cNvSpPr/>
          <p:nvPr/>
        </p:nvSpPr>
        <p:spPr>
          <a:xfrm flipH="1" rot="10800000">
            <a:off x="8601488" y="29528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6"/>
          <p:cNvSpPr/>
          <p:nvPr/>
        </p:nvSpPr>
        <p:spPr>
          <a:xfrm flipH="1" rot="10800000">
            <a:off x="2808138" y="47705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6"/>
          <p:cNvSpPr/>
          <p:nvPr/>
        </p:nvSpPr>
        <p:spPr>
          <a:xfrm flipH="1" rot="10800000">
            <a:off x="1074913" y="4728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flipH="1" rot="10800000">
            <a:off x="8364163" y="4729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927" name="Shape 927"/>
        <p:cNvGrpSpPr/>
        <p:nvPr/>
      </p:nvGrpSpPr>
      <p:grpSpPr>
        <a:xfrm>
          <a:off x="0" y="0"/>
          <a:ext cx="0" cy="0"/>
          <a:chOff x="0" y="0"/>
          <a:chExt cx="0" cy="0"/>
        </a:xfrm>
      </p:grpSpPr>
      <p:sp>
        <p:nvSpPr>
          <p:cNvPr id="928" name="Google Shape;928;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9" name="Google Shape;929;p27"/>
          <p:cNvSpPr/>
          <p:nvPr/>
        </p:nvSpPr>
        <p:spPr>
          <a:xfrm rot="10800000">
            <a:off x="8563388" y="3496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7"/>
          <p:cNvSpPr/>
          <p:nvPr/>
        </p:nvSpPr>
        <p:spPr>
          <a:xfrm rot="10800000">
            <a:off x="2572988" y="48255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7"/>
          <p:cNvSpPr/>
          <p:nvPr/>
        </p:nvSpPr>
        <p:spPr>
          <a:xfrm rot="10800000">
            <a:off x="328400" y="37198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7"/>
          <p:cNvSpPr/>
          <p:nvPr/>
        </p:nvSpPr>
        <p:spPr>
          <a:xfrm rot="10800000">
            <a:off x="7131400" y="48255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7"/>
          <p:cNvSpPr/>
          <p:nvPr/>
        </p:nvSpPr>
        <p:spPr>
          <a:xfrm rot="10800000">
            <a:off x="328400" y="2632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7"/>
          <p:cNvSpPr/>
          <p:nvPr/>
        </p:nvSpPr>
        <p:spPr>
          <a:xfrm rot="10800000">
            <a:off x="7816875" y="2061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935" name="Shape 935"/>
        <p:cNvGrpSpPr/>
        <p:nvPr/>
      </p:nvGrpSpPr>
      <p:grpSpPr>
        <a:xfrm>
          <a:off x="0" y="0"/>
          <a:ext cx="0" cy="0"/>
          <a:chOff x="0" y="0"/>
          <a:chExt cx="0" cy="0"/>
        </a:xfrm>
      </p:grpSpPr>
      <p:sp>
        <p:nvSpPr>
          <p:cNvPr id="936" name="Google Shape;936;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37" name="Google Shape;937;p28"/>
          <p:cNvGrpSpPr/>
          <p:nvPr/>
        </p:nvGrpSpPr>
        <p:grpSpPr>
          <a:xfrm rot="-8100000">
            <a:off x="247238" y="4296696"/>
            <a:ext cx="828304" cy="623770"/>
            <a:chOff x="1298247" y="4927075"/>
            <a:chExt cx="1659675" cy="1249850"/>
          </a:xfrm>
        </p:grpSpPr>
        <p:sp>
          <p:nvSpPr>
            <p:cNvPr id="938" name="Google Shape;938;p28"/>
            <p:cNvSpPr/>
            <p:nvPr/>
          </p:nvSpPr>
          <p:spPr>
            <a:xfrm rot="3215413">
              <a:off x="2545927" y="54304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8"/>
            <p:cNvSpPr/>
            <p:nvPr/>
          </p:nvSpPr>
          <p:spPr>
            <a:xfrm rot="3215356">
              <a:off x="1845299" y="5015178"/>
              <a:ext cx="441734" cy="44149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8"/>
            <p:cNvSpPr/>
            <p:nvPr/>
          </p:nvSpPr>
          <p:spPr>
            <a:xfrm rot="3223403">
              <a:off x="1726933" y="5274859"/>
              <a:ext cx="40562" cy="50845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8"/>
            <p:cNvSpPr/>
            <p:nvPr/>
          </p:nvSpPr>
          <p:spPr>
            <a:xfrm rot="-76382">
              <a:off x="2089163" y="5409583"/>
              <a:ext cx="40510" cy="50834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8"/>
            <p:cNvSpPr/>
            <p:nvPr/>
          </p:nvSpPr>
          <p:spPr>
            <a:xfrm rot="6811941">
              <a:off x="2407593" y="5227840"/>
              <a:ext cx="40574" cy="50836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8"/>
            <p:cNvSpPr/>
            <p:nvPr/>
          </p:nvSpPr>
          <p:spPr>
            <a:xfrm rot="3215413">
              <a:off x="1937573" y="57649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8"/>
            <p:cNvSpPr/>
            <p:nvPr/>
          </p:nvSpPr>
          <p:spPr>
            <a:xfrm rot="3215413">
              <a:off x="1366552" y="5492025"/>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5" name="Google Shape;945;p28"/>
          <p:cNvGrpSpPr/>
          <p:nvPr/>
        </p:nvGrpSpPr>
        <p:grpSpPr>
          <a:xfrm rot="1706349">
            <a:off x="7968890" y="227585"/>
            <a:ext cx="828400" cy="623842"/>
            <a:chOff x="1298247" y="4927075"/>
            <a:chExt cx="1659675" cy="1249850"/>
          </a:xfrm>
        </p:grpSpPr>
        <p:sp>
          <p:nvSpPr>
            <p:cNvPr id="946" name="Google Shape;946;p28"/>
            <p:cNvSpPr/>
            <p:nvPr/>
          </p:nvSpPr>
          <p:spPr>
            <a:xfrm rot="3215413">
              <a:off x="2545927" y="54304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8"/>
            <p:cNvSpPr/>
            <p:nvPr/>
          </p:nvSpPr>
          <p:spPr>
            <a:xfrm rot="3215356">
              <a:off x="1845299" y="5015178"/>
              <a:ext cx="441734" cy="44149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8"/>
            <p:cNvSpPr/>
            <p:nvPr/>
          </p:nvSpPr>
          <p:spPr>
            <a:xfrm rot="3223403">
              <a:off x="1726933" y="5274859"/>
              <a:ext cx="40562" cy="508456"/>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8"/>
            <p:cNvSpPr/>
            <p:nvPr/>
          </p:nvSpPr>
          <p:spPr>
            <a:xfrm rot="-76382">
              <a:off x="2089163" y="5409583"/>
              <a:ext cx="40510" cy="50834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8"/>
            <p:cNvSpPr/>
            <p:nvPr/>
          </p:nvSpPr>
          <p:spPr>
            <a:xfrm rot="6811941">
              <a:off x="2407593" y="5227840"/>
              <a:ext cx="40574" cy="508364"/>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8"/>
            <p:cNvSpPr/>
            <p:nvPr/>
          </p:nvSpPr>
          <p:spPr>
            <a:xfrm rot="3215413">
              <a:off x="1937573" y="5764900"/>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8"/>
            <p:cNvSpPr/>
            <p:nvPr/>
          </p:nvSpPr>
          <p:spPr>
            <a:xfrm rot="3215413">
              <a:off x="1366552" y="5492025"/>
              <a:ext cx="343691" cy="34345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3" name="Google Shape;953;p28"/>
          <p:cNvSpPr/>
          <p:nvPr/>
        </p:nvSpPr>
        <p:spPr>
          <a:xfrm>
            <a:off x="379600" y="14169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8"/>
          <p:cNvSpPr/>
          <p:nvPr/>
        </p:nvSpPr>
        <p:spPr>
          <a:xfrm>
            <a:off x="6318800" y="3204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8"/>
          <p:cNvSpPr/>
          <p:nvPr/>
        </p:nvSpPr>
        <p:spPr>
          <a:xfrm>
            <a:off x="8762638" y="27587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8"/>
          <p:cNvSpPr/>
          <p:nvPr/>
        </p:nvSpPr>
        <p:spPr>
          <a:xfrm>
            <a:off x="1712763" y="4729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8"/>
          <p:cNvSpPr/>
          <p:nvPr/>
        </p:nvSpPr>
        <p:spPr>
          <a:xfrm>
            <a:off x="8235638" y="48542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8"/>
          <p:cNvSpPr/>
          <p:nvPr/>
        </p:nvSpPr>
        <p:spPr>
          <a:xfrm>
            <a:off x="379588" y="3675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8"/>
          <p:cNvSpPr/>
          <p:nvPr/>
        </p:nvSpPr>
        <p:spPr>
          <a:xfrm>
            <a:off x="2539300" y="48734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gradFill>
          <a:gsLst>
            <a:gs pos="0">
              <a:schemeClr val="accent2"/>
            </a:gs>
            <a:gs pos="100000">
              <a:schemeClr val="accent1"/>
            </a:gs>
          </a:gsLst>
          <a:path path="circle">
            <a:fillToRect b="100%" l="0%" r="100%" t="0%"/>
          </a:path>
          <a:tileRect b="0%" l="-100%" r="0%" t="-100%"/>
        </a:gradFill>
      </p:bgPr>
    </p:bg>
    <p:spTree>
      <p:nvGrpSpPr>
        <p:cNvPr id="960" name="Shape 960"/>
        <p:cNvGrpSpPr/>
        <p:nvPr/>
      </p:nvGrpSpPr>
      <p:grpSpPr>
        <a:xfrm>
          <a:off x="0" y="0"/>
          <a:ext cx="0" cy="0"/>
          <a:chOff x="0" y="0"/>
          <a:chExt cx="0" cy="0"/>
        </a:xfrm>
      </p:grpSpPr>
      <p:sp>
        <p:nvSpPr>
          <p:cNvPr id="961" name="Google Shape;961;p29"/>
          <p:cNvSpPr txBox="1"/>
          <p:nvPr>
            <p:ph type="title"/>
          </p:nvPr>
        </p:nvSpPr>
        <p:spPr>
          <a:xfrm>
            <a:off x="2347950" y="540000"/>
            <a:ext cx="4448100" cy="1336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3000"/>
              <a:buNone/>
              <a:defRPr sz="8500">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62" name="Google Shape;962;p29"/>
          <p:cNvSpPr txBox="1"/>
          <p:nvPr>
            <p:ph idx="1" type="subTitle"/>
          </p:nvPr>
        </p:nvSpPr>
        <p:spPr>
          <a:xfrm>
            <a:off x="2347900" y="18768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63" name="Google Shape;963;p29"/>
          <p:cNvSpPr txBox="1"/>
          <p:nvPr/>
        </p:nvSpPr>
        <p:spPr>
          <a:xfrm>
            <a:off x="1828900" y="3697675"/>
            <a:ext cx="54861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accent3"/>
                </a:solidFill>
                <a:latin typeface="Verdana"/>
                <a:ea typeface="Verdana"/>
                <a:cs typeface="Verdana"/>
                <a:sym typeface="Verdana"/>
              </a:rPr>
              <a:t>CREDITS: This presentation template was created by </a:t>
            </a:r>
            <a:r>
              <a:rPr b="1" lang="en" sz="1200" u="sng">
                <a:solidFill>
                  <a:schemeClr val="accent3"/>
                </a:solidFill>
                <a:latin typeface="Verdana"/>
                <a:ea typeface="Verdana"/>
                <a:cs typeface="Verdana"/>
                <a:sym typeface="Verdana"/>
                <a:hlinkClick r:id="rId2">
                  <a:extLst>
                    <a:ext uri="{A12FA001-AC4F-418D-AE19-62706E023703}">
                      <ahyp:hlinkClr val="tx"/>
                    </a:ext>
                  </a:extLst>
                </a:hlinkClick>
              </a:rPr>
              <a:t>Slidesgo</a:t>
            </a:r>
            <a:r>
              <a:rPr b="1" lang="en" sz="1200">
                <a:solidFill>
                  <a:schemeClr val="accent3"/>
                </a:solidFill>
                <a:latin typeface="Verdana"/>
                <a:ea typeface="Verdana"/>
                <a:cs typeface="Verdana"/>
                <a:sym typeface="Verdana"/>
              </a:rPr>
              <a:t>,</a:t>
            </a:r>
            <a:r>
              <a:rPr lang="en" sz="1200">
                <a:solidFill>
                  <a:schemeClr val="accent3"/>
                </a:solidFill>
                <a:latin typeface="Verdana"/>
                <a:ea typeface="Verdana"/>
                <a:cs typeface="Verdana"/>
                <a:sym typeface="Verdana"/>
              </a:rPr>
              <a:t> and includes icons by</a:t>
            </a:r>
            <a:r>
              <a:rPr b="1" lang="en" sz="1200">
                <a:solidFill>
                  <a:schemeClr val="accent3"/>
                </a:solidFill>
                <a:latin typeface="Verdana"/>
                <a:ea typeface="Verdana"/>
                <a:cs typeface="Verdana"/>
                <a:sym typeface="Verdana"/>
              </a:rPr>
              <a:t> </a:t>
            </a:r>
            <a:r>
              <a:rPr b="1" lang="en" sz="1200" u="sng">
                <a:solidFill>
                  <a:schemeClr val="accent3"/>
                </a:solidFill>
                <a:latin typeface="Verdana"/>
                <a:ea typeface="Verdana"/>
                <a:cs typeface="Verdana"/>
                <a:sym typeface="Verdana"/>
                <a:hlinkClick r:id="rId3">
                  <a:extLst>
                    <a:ext uri="{A12FA001-AC4F-418D-AE19-62706E023703}">
                      <ahyp:hlinkClr val="tx"/>
                    </a:ext>
                  </a:extLst>
                </a:hlinkClick>
              </a:rPr>
              <a:t>Flaticon</a:t>
            </a:r>
            <a:r>
              <a:rPr b="1" lang="en" sz="1200">
                <a:solidFill>
                  <a:schemeClr val="accent3"/>
                </a:solidFill>
                <a:latin typeface="Verdana"/>
                <a:ea typeface="Verdana"/>
                <a:cs typeface="Verdana"/>
                <a:sym typeface="Verdana"/>
              </a:rPr>
              <a:t>,</a:t>
            </a:r>
            <a:r>
              <a:rPr lang="en" sz="1200">
                <a:solidFill>
                  <a:schemeClr val="accent3"/>
                </a:solidFill>
                <a:latin typeface="Verdana"/>
                <a:ea typeface="Verdana"/>
                <a:cs typeface="Verdana"/>
                <a:sym typeface="Verdana"/>
              </a:rPr>
              <a:t> and infographics &amp; images by </a:t>
            </a:r>
            <a:r>
              <a:rPr b="1" lang="en" sz="1200" u="sng">
                <a:solidFill>
                  <a:schemeClr val="accent3"/>
                </a:solidFill>
                <a:latin typeface="Verdana"/>
                <a:ea typeface="Verdana"/>
                <a:cs typeface="Verdana"/>
                <a:sym typeface="Verdana"/>
                <a:hlinkClick r:id="rId4">
                  <a:extLst>
                    <a:ext uri="{A12FA001-AC4F-418D-AE19-62706E023703}">
                      <ahyp:hlinkClr val="tx"/>
                    </a:ext>
                  </a:extLst>
                </a:hlinkClick>
              </a:rPr>
              <a:t>Freepik</a:t>
            </a:r>
            <a:r>
              <a:rPr b="1" lang="en" sz="1200" u="sng">
                <a:solidFill>
                  <a:schemeClr val="accent3"/>
                </a:solidFill>
                <a:latin typeface="Verdana"/>
                <a:ea typeface="Verdana"/>
                <a:cs typeface="Verdana"/>
                <a:sym typeface="Verdana"/>
              </a:rPr>
              <a:t> </a:t>
            </a:r>
            <a:endParaRPr b="1" sz="1200" u="sng">
              <a:solidFill>
                <a:schemeClr val="accent3"/>
              </a:solidFill>
              <a:latin typeface="Verdana"/>
              <a:ea typeface="Verdana"/>
              <a:cs typeface="Verdana"/>
              <a:sym typeface="Verdana"/>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bg>
      <p:bgPr>
        <a:gradFill>
          <a:gsLst>
            <a:gs pos="0">
              <a:schemeClr val="lt1"/>
            </a:gs>
            <a:gs pos="100000">
              <a:srgbClr val="101122"/>
            </a:gs>
          </a:gsLst>
          <a:lin ang="5400700" scaled="0"/>
        </a:gradFill>
      </p:bgPr>
    </p:bg>
    <p:spTree>
      <p:nvGrpSpPr>
        <p:cNvPr id="964" name="Shape 964"/>
        <p:cNvGrpSpPr/>
        <p:nvPr/>
      </p:nvGrpSpPr>
      <p:grpSpPr>
        <a:xfrm>
          <a:off x="0" y="0"/>
          <a:ext cx="0" cy="0"/>
          <a:chOff x="0" y="0"/>
          <a:chExt cx="0" cy="0"/>
        </a:xfrm>
      </p:grpSpPr>
      <p:grpSp>
        <p:nvGrpSpPr>
          <p:cNvPr id="965" name="Google Shape;965;p30"/>
          <p:cNvGrpSpPr/>
          <p:nvPr/>
        </p:nvGrpSpPr>
        <p:grpSpPr>
          <a:xfrm rot="-8100000">
            <a:off x="99238" y="4318221"/>
            <a:ext cx="828304" cy="623770"/>
            <a:chOff x="1298247" y="4927075"/>
            <a:chExt cx="1659675" cy="1249850"/>
          </a:xfrm>
        </p:grpSpPr>
        <p:sp>
          <p:nvSpPr>
            <p:cNvPr id="966" name="Google Shape;966;p30"/>
            <p:cNvSpPr/>
            <p:nvPr/>
          </p:nvSpPr>
          <p:spPr>
            <a:xfrm rot="3215413">
              <a:off x="2545927" y="54304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0"/>
            <p:cNvSpPr/>
            <p:nvPr/>
          </p:nvSpPr>
          <p:spPr>
            <a:xfrm rot="3215356">
              <a:off x="1845299" y="5015178"/>
              <a:ext cx="441734" cy="44149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0"/>
            <p:cNvSpPr/>
            <p:nvPr/>
          </p:nvSpPr>
          <p:spPr>
            <a:xfrm rot="3223403">
              <a:off x="1726933" y="5274859"/>
              <a:ext cx="40562" cy="50845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0"/>
            <p:cNvSpPr/>
            <p:nvPr/>
          </p:nvSpPr>
          <p:spPr>
            <a:xfrm rot="-76382">
              <a:off x="2089163" y="5409583"/>
              <a:ext cx="40510" cy="50834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0"/>
            <p:cNvSpPr/>
            <p:nvPr/>
          </p:nvSpPr>
          <p:spPr>
            <a:xfrm rot="6811941">
              <a:off x="2407593" y="5227840"/>
              <a:ext cx="40574" cy="50836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0"/>
            <p:cNvSpPr/>
            <p:nvPr/>
          </p:nvSpPr>
          <p:spPr>
            <a:xfrm rot="3215413">
              <a:off x="1937573" y="57649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0"/>
            <p:cNvSpPr/>
            <p:nvPr/>
          </p:nvSpPr>
          <p:spPr>
            <a:xfrm rot="3215413">
              <a:off x="1366552" y="5492025"/>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3" name="Google Shape;973;p30"/>
          <p:cNvGrpSpPr/>
          <p:nvPr/>
        </p:nvGrpSpPr>
        <p:grpSpPr>
          <a:xfrm rot="-2257517">
            <a:off x="99214" y="187980"/>
            <a:ext cx="828349" cy="623804"/>
            <a:chOff x="1298247" y="4927075"/>
            <a:chExt cx="1659675" cy="1249850"/>
          </a:xfrm>
        </p:grpSpPr>
        <p:sp>
          <p:nvSpPr>
            <p:cNvPr id="974" name="Google Shape;974;p30"/>
            <p:cNvSpPr/>
            <p:nvPr/>
          </p:nvSpPr>
          <p:spPr>
            <a:xfrm rot="3215413">
              <a:off x="2545927" y="54304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0"/>
            <p:cNvSpPr/>
            <p:nvPr/>
          </p:nvSpPr>
          <p:spPr>
            <a:xfrm rot="3215356">
              <a:off x="1845299" y="5015178"/>
              <a:ext cx="441734" cy="44149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p:nvPr/>
          </p:nvSpPr>
          <p:spPr>
            <a:xfrm rot="3223403">
              <a:off x="1726933" y="5274859"/>
              <a:ext cx="40562" cy="50845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0"/>
            <p:cNvSpPr/>
            <p:nvPr/>
          </p:nvSpPr>
          <p:spPr>
            <a:xfrm rot="-76382">
              <a:off x="2089163" y="5409583"/>
              <a:ext cx="40510" cy="50834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0"/>
            <p:cNvSpPr/>
            <p:nvPr/>
          </p:nvSpPr>
          <p:spPr>
            <a:xfrm rot="6811941">
              <a:off x="2407593" y="5227840"/>
              <a:ext cx="40574" cy="50836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0"/>
            <p:cNvSpPr/>
            <p:nvPr/>
          </p:nvSpPr>
          <p:spPr>
            <a:xfrm rot="3215413">
              <a:off x="1937573" y="57649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p:nvPr/>
          </p:nvSpPr>
          <p:spPr>
            <a:xfrm rot="3215413">
              <a:off x="1366552" y="5492025"/>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 name="Google Shape;981;p30"/>
          <p:cNvGrpSpPr/>
          <p:nvPr/>
        </p:nvGrpSpPr>
        <p:grpSpPr>
          <a:xfrm rot="8542483">
            <a:off x="8216441" y="4331705"/>
            <a:ext cx="828349" cy="623804"/>
            <a:chOff x="1298247" y="4927075"/>
            <a:chExt cx="1659675" cy="1249850"/>
          </a:xfrm>
        </p:grpSpPr>
        <p:sp>
          <p:nvSpPr>
            <p:cNvPr id="982" name="Google Shape;982;p30"/>
            <p:cNvSpPr/>
            <p:nvPr/>
          </p:nvSpPr>
          <p:spPr>
            <a:xfrm rot="3215413">
              <a:off x="2545927" y="54304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0"/>
            <p:cNvSpPr/>
            <p:nvPr/>
          </p:nvSpPr>
          <p:spPr>
            <a:xfrm rot="3215356">
              <a:off x="1845299" y="5015178"/>
              <a:ext cx="441734" cy="44149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0"/>
            <p:cNvSpPr/>
            <p:nvPr/>
          </p:nvSpPr>
          <p:spPr>
            <a:xfrm rot="3223403">
              <a:off x="1726933" y="5274859"/>
              <a:ext cx="40562" cy="50845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0"/>
            <p:cNvSpPr/>
            <p:nvPr/>
          </p:nvSpPr>
          <p:spPr>
            <a:xfrm rot="-76382">
              <a:off x="2089163" y="5409583"/>
              <a:ext cx="40510" cy="50834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0"/>
            <p:cNvSpPr/>
            <p:nvPr/>
          </p:nvSpPr>
          <p:spPr>
            <a:xfrm rot="6811941">
              <a:off x="2407593" y="5227840"/>
              <a:ext cx="40574" cy="50836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0"/>
            <p:cNvSpPr/>
            <p:nvPr/>
          </p:nvSpPr>
          <p:spPr>
            <a:xfrm rot="3215413">
              <a:off x="1937573" y="57649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0"/>
            <p:cNvSpPr/>
            <p:nvPr/>
          </p:nvSpPr>
          <p:spPr>
            <a:xfrm rot="3215413">
              <a:off x="1366552" y="5492025"/>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30"/>
          <p:cNvGrpSpPr/>
          <p:nvPr/>
        </p:nvGrpSpPr>
        <p:grpSpPr>
          <a:xfrm rot="2700000">
            <a:off x="8311700" y="201498"/>
            <a:ext cx="828304" cy="623770"/>
            <a:chOff x="1298247" y="4927075"/>
            <a:chExt cx="1659675" cy="1249850"/>
          </a:xfrm>
        </p:grpSpPr>
        <p:sp>
          <p:nvSpPr>
            <p:cNvPr id="990" name="Google Shape;990;p30"/>
            <p:cNvSpPr/>
            <p:nvPr/>
          </p:nvSpPr>
          <p:spPr>
            <a:xfrm rot="3215413">
              <a:off x="2545927" y="54304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0"/>
            <p:cNvSpPr/>
            <p:nvPr/>
          </p:nvSpPr>
          <p:spPr>
            <a:xfrm rot="3215356">
              <a:off x="1845299" y="5015178"/>
              <a:ext cx="441734" cy="44149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0"/>
            <p:cNvSpPr/>
            <p:nvPr/>
          </p:nvSpPr>
          <p:spPr>
            <a:xfrm rot="3223403">
              <a:off x="1726933" y="5274859"/>
              <a:ext cx="40562" cy="50845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rot="-76382">
              <a:off x="2089163" y="5409583"/>
              <a:ext cx="40510" cy="50834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0"/>
            <p:cNvSpPr/>
            <p:nvPr/>
          </p:nvSpPr>
          <p:spPr>
            <a:xfrm rot="6811941">
              <a:off x="2407593" y="5227840"/>
              <a:ext cx="40574" cy="50836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0"/>
            <p:cNvSpPr/>
            <p:nvPr/>
          </p:nvSpPr>
          <p:spPr>
            <a:xfrm rot="3215413">
              <a:off x="1937573" y="5764900"/>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0"/>
            <p:cNvSpPr/>
            <p:nvPr/>
          </p:nvSpPr>
          <p:spPr>
            <a:xfrm rot="3215413">
              <a:off x="1366552" y="5492025"/>
              <a:ext cx="343691" cy="34345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7" name="Google Shape;997;p30"/>
          <p:cNvSpPr/>
          <p:nvPr/>
        </p:nvSpPr>
        <p:spPr>
          <a:xfrm>
            <a:off x="340675" y="1310575"/>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0"/>
          <p:cNvSpPr/>
          <p:nvPr/>
        </p:nvSpPr>
        <p:spPr>
          <a:xfrm>
            <a:off x="340675" y="1892831"/>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0"/>
          <p:cNvSpPr/>
          <p:nvPr/>
        </p:nvSpPr>
        <p:spPr>
          <a:xfrm>
            <a:off x="340675" y="2475088"/>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0"/>
          <p:cNvSpPr/>
          <p:nvPr/>
        </p:nvSpPr>
        <p:spPr>
          <a:xfrm>
            <a:off x="340675" y="3057344"/>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0"/>
          <p:cNvSpPr/>
          <p:nvPr/>
        </p:nvSpPr>
        <p:spPr>
          <a:xfrm>
            <a:off x="340675" y="36396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0"/>
          <p:cNvSpPr/>
          <p:nvPr/>
        </p:nvSpPr>
        <p:spPr>
          <a:xfrm>
            <a:off x="8659263" y="1310575"/>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0"/>
          <p:cNvSpPr/>
          <p:nvPr/>
        </p:nvSpPr>
        <p:spPr>
          <a:xfrm>
            <a:off x="8659263" y="1892831"/>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0"/>
          <p:cNvSpPr/>
          <p:nvPr/>
        </p:nvSpPr>
        <p:spPr>
          <a:xfrm>
            <a:off x="8659263" y="2475088"/>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0"/>
          <p:cNvSpPr/>
          <p:nvPr/>
        </p:nvSpPr>
        <p:spPr>
          <a:xfrm>
            <a:off x="8659263" y="3057344"/>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0"/>
          <p:cNvSpPr/>
          <p:nvPr/>
        </p:nvSpPr>
        <p:spPr>
          <a:xfrm>
            <a:off x="8659263" y="36396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bg>
      <p:bgPr>
        <a:gradFill>
          <a:gsLst>
            <a:gs pos="0">
              <a:schemeClr val="accent2"/>
            </a:gs>
            <a:gs pos="100000">
              <a:schemeClr val="accent1"/>
            </a:gs>
          </a:gsLst>
          <a:path path="circle">
            <a:fillToRect b="100%" l="0%" r="100%" t="0%"/>
          </a:path>
          <a:tileRect b="0%" l="-100%" r="0%" t="-100%"/>
        </a:gradFill>
      </p:bgPr>
    </p:bg>
    <p:spTree>
      <p:nvGrpSpPr>
        <p:cNvPr id="1007" name="Shape 1007"/>
        <p:cNvGrpSpPr/>
        <p:nvPr/>
      </p:nvGrpSpPr>
      <p:grpSpPr>
        <a:xfrm>
          <a:off x="0" y="0"/>
          <a:ext cx="0" cy="0"/>
          <a:chOff x="0" y="0"/>
          <a:chExt cx="0" cy="0"/>
        </a:xfrm>
      </p:grpSpPr>
      <p:grpSp>
        <p:nvGrpSpPr>
          <p:cNvPr id="1008" name="Google Shape;1008;p31"/>
          <p:cNvGrpSpPr/>
          <p:nvPr/>
        </p:nvGrpSpPr>
        <p:grpSpPr>
          <a:xfrm flipH="1">
            <a:off x="8583219" y="2558671"/>
            <a:ext cx="463531" cy="2584718"/>
            <a:chOff x="1273225" y="238125"/>
            <a:chExt cx="911925" cy="5085025"/>
          </a:xfrm>
        </p:grpSpPr>
        <p:sp>
          <p:nvSpPr>
            <p:cNvPr id="1009" name="Google Shape;1009;p3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9" name="Google Shape;1059;p31"/>
          <p:cNvGrpSpPr/>
          <p:nvPr/>
        </p:nvGrpSpPr>
        <p:grpSpPr>
          <a:xfrm flipH="1">
            <a:off x="8583219" y="-6"/>
            <a:ext cx="463531" cy="2584718"/>
            <a:chOff x="1273225" y="238125"/>
            <a:chExt cx="911925" cy="5085025"/>
          </a:xfrm>
        </p:grpSpPr>
        <p:sp>
          <p:nvSpPr>
            <p:cNvPr id="1060" name="Google Shape;1060;p3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0" name="Google Shape;1110;p31"/>
          <p:cNvGrpSpPr/>
          <p:nvPr/>
        </p:nvGrpSpPr>
        <p:grpSpPr>
          <a:xfrm flipH="1">
            <a:off x="132594" y="-6"/>
            <a:ext cx="463531" cy="2584718"/>
            <a:chOff x="1273225" y="238125"/>
            <a:chExt cx="911925" cy="5085025"/>
          </a:xfrm>
        </p:grpSpPr>
        <p:sp>
          <p:nvSpPr>
            <p:cNvPr id="1111" name="Google Shape;1111;p3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1" name="Google Shape;1161;p31"/>
          <p:cNvGrpSpPr/>
          <p:nvPr/>
        </p:nvGrpSpPr>
        <p:grpSpPr>
          <a:xfrm flipH="1">
            <a:off x="132594" y="2558671"/>
            <a:ext cx="463531" cy="2584718"/>
            <a:chOff x="1273225" y="238125"/>
            <a:chExt cx="911925" cy="5085025"/>
          </a:xfrm>
        </p:grpSpPr>
        <p:sp>
          <p:nvSpPr>
            <p:cNvPr id="1162" name="Google Shape;1162;p31"/>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1"/>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1"/>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1"/>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1"/>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1"/>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1"/>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1"/>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1"/>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1"/>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1"/>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1"/>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1"/>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1"/>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1"/>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1"/>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1"/>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1"/>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1"/>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1"/>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1"/>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1"/>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1"/>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1"/>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1"/>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1"/>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1"/>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1"/>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1"/>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1"/>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1"/>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rgbClr val="101122"/>
            </a:gs>
          </a:gsLst>
          <a:lin ang="54007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1pPr>
            <a:lvl2pPr lvl="1"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2pPr>
            <a:lvl3pPr lvl="2"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3pPr>
            <a:lvl4pPr lvl="3"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4pPr>
            <a:lvl5pPr lvl="4"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5pPr>
            <a:lvl6pPr lvl="5"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6pPr>
            <a:lvl7pPr lvl="6"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7pPr>
            <a:lvl8pPr lvl="7"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8pPr>
            <a:lvl9pPr lvl="8" rtl="0">
              <a:spcBef>
                <a:spcPts val="0"/>
              </a:spcBef>
              <a:spcAft>
                <a:spcPts val="0"/>
              </a:spcAft>
              <a:buClr>
                <a:schemeClr val="dk1"/>
              </a:buClr>
              <a:buSzPts val="3000"/>
              <a:buFont typeface="Outfit"/>
              <a:buNone/>
              <a:defRPr b="1" sz="3000">
                <a:solidFill>
                  <a:schemeClr val="dk1"/>
                </a:solidFill>
                <a:latin typeface="Outfit"/>
                <a:ea typeface="Outfit"/>
                <a:cs typeface="Outfit"/>
                <a:sym typeface="Outfit"/>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3"/>
              </a:buClr>
              <a:buSzPts val="1400"/>
              <a:buFont typeface="Archivo"/>
              <a:buChar char="●"/>
              <a:defRPr>
                <a:solidFill>
                  <a:schemeClr val="accent3"/>
                </a:solidFill>
                <a:latin typeface="Archivo"/>
                <a:ea typeface="Archivo"/>
                <a:cs typeface="Archivo"/>
                <a:sym typeface="Archivo"/>
              </a:defRPr>
            </a:lvl1pPr>
            <a:lvl2pPr indent="-317500" lvl="1" marL="9144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2pPr>
            <a:lvl3pPr indent="-317500" lvl="2" marL="13716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3pPr>
            <a:lvl4pPr indent="-317500" lvl="3" marL="18288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4pPr>
            <a:lvl5pPr indent="-317500" lvl="4" marL="22860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5pPr>
            <a:lvl6pPr indent="-317500" lvl="5" marL="27432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6pPr>
            <a:lvl7pPr indent="-317500" lvl="6" marL="32004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7pPr>
            <a:lvl8pPr indent="-317500" lvl="7" marL="3657600">
              <a:lnSpc>
                <a:spcPct val="115000"/>
              </a:lnSpc>
              <a:spcBef>
                <a:spcPts val="1600"/>
              </a:spcBef>
              <a:spcAft>
                <a:spcPts val="0"/>
              </a:spcAft>
              <a:buClr>
                <a:schemeClr val="accent3"/>
              </a:buClr>
              <a:buSzPts val="1400"/>
              <a:buFont typeface="Archivo"/>
              <a:buChar char="○"/>
              <a:defRPr>
                <a:solidFill>
                  <a:schemeClr val="accent3"/>
                </a:solidFill>
                <a:latin typeface="Archivo"/>
                <a:ea typeface="Archivo"/>
                <a:cs typeface="Archivo"/>
                <a:sym typeface="Archivo"/>
              </a:defRPr>
            </a:lvl8pPr>
            <a:lvl9pPr indent="-317500" lvl="8" marL="4114800">
              <a:lnSpc>
                <a:spcPct val="115000"/>
              </a:lnSpc>
              <a:spcBef>
                <a:spcPts val="1600"/>
              </a:spcBef>
              <a:spcAft>
                <a:spcPts val="1600"/>
              </a:spcAft>
              <a:buClr>
                <a:schemeClr val="accent3"/>
              </a:buClr>
              <a:buSzPts val="1400"/>
              <a:buFont typeface="Archivo"/>
              <a:buChar char="■"/>
              <a:defRPr>
                <a:solidFill>
                  <a:schemeClr val="accent3"/>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drive.google.com/file/d/1YmZ-2Hc14Z7HpFkQlFkyrpL6uMb5aoRt/view" TargetMode="Externa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9.xml"/><Relationship Id="rId3" Type="http://schemas.openxmlformats.org/officeDocument/2006/relationships/hyperlink" Target="https://github.com/millerjd-netizen/Microbial_Cell_Ecosyste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101122"/>
            </a:gs>
          </a:gsLst>
          <a:lin ang="5400700" scaled="0"/>
        </a:gradFill>
      </p:bgPr>
    </p:bg>
    <p:spTree>
      <p:nvGrpSpPr>
        <p:cNvPr id="1215" name="Shape 1215"/>
        <p:cNvGrpSpPr/>
        <p:nvPr/>
      </p:nvGrpSpPr>
      <p:grpSpPr>
        <a:xfrm>
          <a:off x="0" y="0"/>
          <a:ext cx="0" cy="0"/>
          <a:chOff x="0" y="0"/>
          <a:chExt cx="0" cy="0"/>
        </a:xfrm>
      </p:grpSpPr>
      <p:sp>
        <p:nvSpPr>
          <p:cNvPr id="1216" name="Google Shape;1216;p32"/>
          <p:cNvSpPr txBox="1"/>
          <p:nvPr>
            <p:ph type="ctrTitle"/>
          </p:nvPr>
        </p:nvSpPr>
        <p:spPr>
          <a:xfrm>
            <a:off x="1214700" y="612875"/>
            <a:ext cx="6714600" cy="30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solidFill>
                  <a:schemeClr val="accent1"/>
                </a:solidFill>
              </a:rPr>
              <a:t>Consortium Tuner</a:t>
            </a:r>
            <a:endParaRPr sz="3700">
              <a:solidFill>
                <a:schemeClr val="accent1"/>
              </a:solidFill>
            </a:endParaRPr>
          </a:p>
        </p:txBody>
      </p:sp>
      <p:sp>
        <p:nvSpPr>
          <p:cNvPr id="1217" name="Google Shape;1217;p32"/>
          <p:cNvSpPr txBox="1"/>
          <p:nvPr>
            <p:ph idx="1" type="subTitle"/>
          </p:nvPr>
        </p:nvSpPr>
        <p:spPr>
          <a:xfrm>
            <a:off x="2307675" y="3924025"/>
            <a:ext cx="4528800" cy="36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Nora Elena, Jonathan, Jaleel, William</a:t>
            </a:r>
            <a:endParaRPr/>
          </a:p>
        </p:txBody>
      </p:sp>
      <p:grpSp>
        <p:nvGrpSpPr>
          <p:cNvPr id="1218" name="Google Shape;1218;p32"/>
          <p:cNvGrpSpPr/>
          <p:nvPr/>
        </p:nvGrpSpPr>
        <p:grpSpPr>
          <a:xfrm>
            <a:off x="70275" y="0"/>
            <a:ext cx="911925" cy="5085025"/>
            <a:chOff x="1273225" y="238125"/>
            <a:chExt cx="911925" cy="5085025"/>
          </a:xfrm>
        </p:grpSpPr>
        <p:sp>
          <p:nvSpPr>
            <p:cNvPr id="1219" name="Google Shape;1219;p32"/>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2"/>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2"/>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2"/>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2"/>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2"/>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2"/>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2"/>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2"/>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2"/>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2"/>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2"/>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2"/>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2"/>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2"/>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2"/>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2"/>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2"/>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2"/>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2"/>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2"/>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2"/>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2"/>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2"/>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2"/>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2"/>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2"/>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2"/>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2"/>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2"/>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2"/>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2"/>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2"/>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2"/>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2"/>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2"/>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2"/>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2"/>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2"/>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2"/>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2"/>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2"/>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2"/>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2"/>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2"/>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2"/>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2"/>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2"/>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2"/>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2"/>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9" name="Google Shape;1269;p32"/>
          <p:cNvGrpSpPr/>
          <p:nvPr/>
        </p:nvGrpSpPr>
        <p:grpSpPr>
          <a:xfrm>
            <a:off x="7804166" y="4072164"/>
            <a:ext cx="757781" cy="770692"/>
            <a:chOff x="3690975" y="407750"/>
            <a:chExt cx="976647" cy="993288"/>
          </a:xfrm>
        </p:grpSpPr>
        <p:sp>
          <p:nvSpPr>
            <p:cNvPr id="1270" name="Google Shape;1270;p32"/>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2"/>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2"/>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2"/>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2"/>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2"/>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32"/>
          <p:cNvGrpSpPr/>
          <p:nvPr/>
        </p:nvGrpSpPr>
        <p:grpSpPr>
          <a:xfrm rot="3213929">
            <a:off x="1480849" y="456530"/>
            <a:ext cx="467847" cy="475818"/>
            <a:chOff x="3690975" y="407750"/>
            <a:chExt cx="976647" cy="993288"/>
          </a:xfrm>
        </p:grpSpPr>
        <p:sp>
          <p:nvSpPr>
            <p:cNvPr id="1277" name="Google Shape;1277;p32"/>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2"/>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2"/>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2"/>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2"/>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2"/>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3" name="Google Shape;1283;p32"/>
          <p:cNvSpPr/>
          <p:nvPr/>
        </p:nvSpPr>
        <p:spPr>
          <a:xfrm>
            <a:off x="3536950" y="3566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2"/>
          <p:cNvSpPr/>
          <p:nvPr/>
        </p:nvSpPr>
        <p:spPr>
          <a:xfrm>
            <a:off x="6756550" y="6278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2"/>
          <p:cNvSpPr/>
          <p:nvPr/>
        </p:nvSpPr>
        <p:spPr>
          <a:xfrm>
            <a:off x="8221238" y="283111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2"/>
          <p:cNvSpPr/>
          <p:nvPr/>
        </p:nvSpPr>
        <p:spPr>
          <a:xfrm>
            <a:off x="6889738" y="425432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2"/>
          <p:cNvSpPr/>
          <p:nvPr/>
        </p:nvSpPr>
        <p:spPr>
          <a:xfrm>
            <a:off x="3445563" y="47096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2"/>
          <p:cNvSpPr/>
          <p:nvPr/>
        </p:nvSpPr>
        <p:spPr>
          <a:xfrm>
            <a:off x="1473888" y="3648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2"/>
          <p:cNvSpPr/>
          <p:nvPr/>
        </p:nvSpPr>
        <p:spPr>
          <a:xfrm>
            <a:off x="2776500" y="3771900"/>
            <a:ext cx="3591000" cy="29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32"/>
          <p:cNvGrpSpPr/>
          <p:nvPr/>
        </p:nvGrpSpPr>
        <p:grpSpPr>
          <a:xfrm rot="-990781">
            <a:off x="7802548" y="571889"/>
            <a:ext cx="970610" cy="1132822"/>
            <a:chOff x="7465672" y="289734"/>
            <a:chExt cx="1252291" cy="1461579"/>
          </a:xfrm>
        </p:grpSpPr>
        <p:grpSp>
          <p:nvGrpSpPr>
            <p:cNvPr id="1291" name="Google Shape;1291;p32"/>
            <p:cNvGrpSpPr/>
            <p:nvPr/>
          </p:nvGrpSpPr>
          <p:grpSpPr>
            <a:xfrm>
              <a:off x="7487656" y="355838"/>
              <a:ext cx="1207160" cy="1395475"/>
              <a:chOff x="3175275" y="1812900"/>
              <a:chExt cx="3155975" cy="3648300"/>
            </a:xfrm>
          </p:grpSpPr>
          <p:sp>
            <p:nvSpPr>
              <p:cNvPr id="1292" name="Google Shape;1292;p32"/>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2"/>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2"/>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5" name="Google Shape;1295;p32"/>
            <p:cNvGrpSpPr/>
            <p:nvPr/>
          </p:nvGrpSpPr>
          <p:grpSpPr>
            <a:xfrm>
              <a:off x="7465672" y="289734"/>
              <a:ext cx="1252291" cy="1217182"/>
              <a:chOff x="3081110" y="1328184"/>
              <a:chExt cx="3273964" cy="3182176"/>
            </a:xfrm>
          </p:grpSpPr>
          <p:sp>
            <p:nvSpPr>
              <p:cNvPr id="1296" name="Google Shape;1296;p32"/>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2"/>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2"/>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2"/>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305" name="Google Shape;1305;p33"/>
          <p:cNvSpPr txBox="1"/>
          <p:nvPr>
            <p:ph idx="16" type="subTitle"/>
          </p:nvPr>
        </p:nvSpPr>
        <p:spPr>
          <a:xfrm>
            <a:off x="731350" y="1945687"/>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Goal &amp; Motivation</a:t>
            </a:r>
            <a:endParaRPr sz="1800"/>
          </a:p>
        </p:txBody>
      </p:sp>
      <p:sp>
        <p:nvSpPr>
          <p:cNvPr id="1306" name="Google Shape;1306;p33"/>
          <p:cNvSpPr txBox="1"/>
          <p:nvPr>
            <p:ph idx="5" type="title"/>
          </p:nvPr>
        </p:nvSpPr>
        <p:spPr>
          <a:xfrm>
            <a:off x="1471750" y="1460850"/>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307" name="Google Shape;1307;p33"/>
          <p:cNvSpPr txBox="1"/>
          <p:nvPr>
            <p:ph idx="6" type="title"/>
          </p:nvPr>
        </p:nvSpPr>
        <p:spPr>
          <a:xfrm>
            <a:off x="4096800" y="3099099"/>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308" name="Google Shape;1308;p33"/>
          <p:cNvSpPr txBox="1"/>
          <p:nvPr>
            <p:ph idx="7" type="title"/>
          </p:nvPr>
        </p:nvSpPr>
        <p:spPr>
          <a:xfrm>
            <a:off x="1471788" y="3099099"/>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309" name="Google Shape;1309;p33"/>
          <p:cNvSpPr txBox="1"/>
          <p:nvPr>
            <p:ph idx="8" type="title"/>
          </p:nvPr>
        </p:nvSpPr>
        <p:spPr>
          <a:xfrm>
            <a:off x="4096800" y="1460850"/>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310" name="Google Shape;1310;p33"/>
          <p:cNvSpPr txBox="1"/>
          <p:nvPr>
            <p:ph idx="14" type="title"/>
          </p:nvPr>
        </p:nvSpPr>
        <p:spPr>
          <a:xfrm>
            <a:off x="6899463" y="3099099"/>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1311" name="Google Shape;1311;p33"/>
          <p:cNvSpPr txBox="1"/>
          <p:nvPr>
            <p:ph idx="15" type="title"/>
          </p:nvPr>
        </p:nvSpPr>
        <p:spPr>
          <a:xfrm>
            <a:off x="6899475" y="1460850"/>
            <a:ext cx="9504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312" name="Google Shape;1312;p33"/>
          <p:cNvSpPr txBox="1"/>
          <p:nvPr>
            <p:ph idx="17" type="subTitle"/>
          </p:nvPr>
        </p:nvSpPr>
        <p:spPr>
          <a:xfrm>
            <a:off x="731338" y="3603698"/>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Detailed Functionality</a:t>
            </a:r>
            <a:endParaRPr sz="1600"/>
          </a:p>
        </p:txBody>
      </p:sp>
      <p:sp>
        <p:nvSpPr>
          <p:cNvPr id="1313" name="Google Shape;1313;p33"/>
          <p:cNvSpPr txBox="1"/>
          <p:nvPr>
            <p:ph idx="18" type="subTitle"/>
          </p:nvPr>
        </p:nvSpPr>
        <p:spPr>
          <a:xfrm>
            <a:off x="3356388" y="3603673"/>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Demo</a:t>
            </a:r>
            <a:endParaRPr sz="1800"/>
          </a:p>
        </p:txBody>
      </p:sp>
      <p:sp>
        <p:nvSpPr>
          <p:cNvPr id="1314" name="Google Shape;1314;p33"/>
          <p:cNvSpPr txBox="1"/>
          <p:nvPr>
            <p:ph idx="19" type="subTitle"/>
          </p:nvPr>
        </p:nvSpPr>
        <p:spPr>
          <a:xfrm>
            <a:off x="3356401" y="1945675"/>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Short Functionality</a:t>
            </a:r>
            <a:endParaRPr sz="1800"/>
          </a:p>
        </p:txBody>
      </p:sp>
      <p:sp>
        <p:nvSpPr>
          <p:cNvPr id="1315" name="Google Shape;1315;p33"/>
          <p:cNvSpPr txBox="1"/>
          <p:nvPr>
            <p:ph idx="20" type="subTitle"/>
          </p:nvPr>
        </p:nvSpPr>
        <p:spPr>
          <a:xfrm>
            <a:off x="6159063" y="3603673"/>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Successes/Failures</a:t>
            </a:r>
            <a:endParaRPr sz="1800"/>
          </a:p>
        </p:txBody>
      </p:sp>
      <p:sp>
        <p:nvSpPr>
          <p:cNvPr id="1316" name="Google Shape;1316;p33"/>
          <p:cNvSpPr txBox="1"/>
          <p:nvPr>
            <p:ph idx="21" type="subTitle"/>
          </p:nvPr>
        </p:nvSpPr>
        <p:spPr>
          <a:xfrm>
            <a:off x="6159076" y="1945662"/>
            <a:ext cx="24312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S</a:t>
            </a:r>
            <a:r>
              <a:rPr lang="en" sz="1800"/>
              <a:t>hort Specification</a:t>
            </a:r>
            <a:endParaRPr sz="1800"/>
          </a:p>
        </p:txBody>
      </p:sp>
      <p:grpSp>
        <p:nvGrpSpPr>
          <p:cNvPr id="1317" name="Google Shape;1317;p33"/>
          <p:cNvGrpSpPr/>
          <p:nvPr/>
        </p:nvGrpSpPr>
        <p:grpSpPr>
          <a:xfrm rot="-990781">
            <a:off x="360223" y="297489"/>
            <a:ext cx="970610" cy="1132822"/>
            <a:chOff x="7465672" y="289734"/>
            <a:chExt cx="1252291" cy="1461579"/>
          </a:xfrm>
        </p:grpSpPr>
        <p:grpSp>
          <p:nvGrpSpPr>
            <p:cNvPr id="1318" name="Google Shape;1318;p33"/>
            <p:cNvGrpSpPr/>
            <p:nvPr/>
          </p:nvGrpSpPr>
          <p:grpSpPr>
            <a:xfrm>
              <a:off x="7487656" y="355838"/>
              <a:ext cx="1207160" cy="1395475"/>
              <a:chOff x="3175275" y="1812900"/>
              <a:chExt cx="3155975" cy="3648300"/>
            </a:xfrm>
          </p:grpSpPr>
          <p:sp>
            <p:nvSpPr>
              <p:cNvPr id="1319" name="Google Shape;1319;p33"/>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3"/>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3"/>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2" name="Google Shape;1322;p33"/>
            <p:cNvGrpSpPr/>
            <p:nvPr/>
          </p:nvGrpSpPr>
          <p:grpSpPr>
            <a:xfrm>
              <a:off x="7465672" y="289734"/>
              <a:ext cx="1252291" cy="1217182"/>
              <a:chOff x="3081110" y="1328184"/>
              <a:chExt cx="3273964" cy="3182176"/>
            </a:xfrm>
          </p:grpSpPr>
          <p:sp>
            <p:nvSpPr>
              <p:cNvPr id="1323" name="Google Shape;1323;p33"/>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3"/>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3"/>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3"/>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34"/>
          <p:cNvSpPr txBox="1"/>
          <p:nvPr>
            <p:ph type="title"/>
          </p:nvPr>
        </p:nvSpPr>
        <p:spPr>
          <a:xfrm>
            <a:off x="1084875" y="2319625"/>
            <a:ext cx="42039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Goal &amp; Motivation</a:t>
            </a:r>
            <a:endParaRPr sz="3400"/>
          </a:p>
        </p:txBody>
      </p:sp>
      <p:sp>
        <p:nvSpPr>
          <p:cNvPr id="1332" name="Google Shape;1332;p34"/>
          <p:cNvSpPr txBox="1"/>
          <p:nvPr>
            <p:ph idx="2" type="title"/>
          </p:nvPr>
        </p:nvSpPr>
        <p:spPr>
          <a:xfrm>
            <a:off x="1084875" y="1362375"/>
            <a:ext cx="12174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333" name="Google Shape;1333;p34"/>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4" name="Google Shape;1334;p34"/>
          <p:cNvGrpSpPr/>
          <p:nvPr/>
        </p:nvGrpSpPr>
        <p:grpSpPr>
          <a:xfrm flipH="1" rot="-5400000">
            <a:off x="3928581" y="3185105"/>
            <a:ext cx="499553" cy="2785577"/>
            <a:chOff x="1273225" y="238125"/>
            <a:chExt cx="911925" cy="5085025"/>
          </a:xfrm>
        </p:grpSpPr>
        <p:sp>
          <p:nvSpPr>
            <p:cNvPr id="1335" name="Google Shape;1335;p3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34"/>
          <p:cNvGrpSpPr/>
          <p:nvPr/>
        </p:nvGrpSpPr>
        <p:grpSpPr>
          <a:xfrm flipH="1" rot="-5400000">
            <a:off x="4745356" y="-947945"/>
            <a:ext cx="499553" cy="2785577"/>
            <a:chOff x="1273225" y="238125"/>
            <a:chExt cx="911925" cy="5085025"/>
          </a:xfrm>
        </p:grpSpPr>
        <p:sp>
          <p:nvSpPr>
            <p:cNvPr id="1386" name="Google Shape;1386;p3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6" name="Google Shape;1436;p34"/>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4"/>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4"/>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4"/>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4"/>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1" name="Google Shape;1441;p34"/>
          <p:cNvGrpSpPr/>
          <p:nvPr/>
        </p:nvGrpSpPr>
        <p:grpSpPr>
          <a:xfrm rot="-557409">
            <a:off x="6444650" y="1848678"/>
            <a:ext cx="1425014" cy="1663168"/>
            <a:chOff x="7465672" y="289734"/>
            <a:chExt cx="1252291" cy="1461579"/>
          </a:xfrm>
        </p:grpSpPr>
        <p:grpSp>
          <p:nvGrpSpPr>
            <p:cNvPr id="1442" name="Google Shape;1442;p34"/>
            <p:cNvGrpSpPr/>
            <p:nvPr/>
          </p:nvGrpSpPr>
          <p:grpSpPr>
            <a:xfrm>
              <a:off x="7487656" y="355838"/>
              <a:ext cx="1207160" cy="1395475"/>
              <a:chOff x="3175275" y="1812900"/>
              <a:chExt cx="3155975" cy="3648300"/>
            </a:xfrm>
          </p:grpSpPr>
          <p:sp>
            <p:nvSpPr>
              <p:cNvPr id="1443" name="Google Shape;1443;p34"/>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4"/>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4"/>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34"/>
            <p:cNvGrpSpPr/>
            <p:nvPr/>
          </p:nvGrpSpPr>
          <p:grpSpPr>
            <a:xfrm>
              <a:off x="7465672" y="289734"/>
              <a:ext cx="1252291" cy="1217182"/>
              <a:chOff x="3081110" y="1328184"/>
              <a:chExt cx="3273964" cy="3182176"/>
            </a:xfrm>
          </p:grpSpPr>
          <p:sp>
            <p:nvSpPr>
              <p:cNvPr id="1447" name="Google Shape;1447;p34"/>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4"/>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4"/>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4"/>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51" name="Google Shape;1451;p34"/>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4"/>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35"/>
          <p:cNvSpPr txBox="1"/>
          <p:nvPr>
            <p:ph type="title"/>
          </p:nvPr>
        </p:nvSpPr>
        <p:spPr>
          <a:xfrm>
            <a:off x="2335025" y="2283063"/>
            <a:ext cx="4294800" cy="81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300"/>
              <a:t>Goal &amp; Motivation</a:t>
            </a:r>
            <a:endParaRPr sz="3300"/>
          </a:p>
        </p:txBody>
      </p:sp>
      <p:sp>
        <p:nvSpPr>
          <p:cNvPr id="1458" name="Google Shape;1458;p35"/>
          <p:cNvSpPr txBox="1"/>
          <p:nvPr>
            <p:ph idx="1" type="subTitle"/>
          </p:nvPr>
        </p:nvSpPr>
        <p:spPr>
          <a:xfrm>
            <a:off x="1599275" y="3101475"/>
            <a:ext cx="5766300" cy="1395600"/>
          </a:xfrm>
          <a:prstGeom prst="rect">
            <a:avLst/>
          </a:prstGeom>
          <a:solidFill>
            <a:srgbClr val="58DFF3">
              <a:alpha val="47660"/>
            </a:srgbClr>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1600"/>
              </a:spcAft>
              <a:buNone/>
            </a:pPr>
            <a:r>
              <a:rPr lang="en" sz="1800">
                <a:solidFill>
                  <a:srgbClr val="FFFFFF"/>
                </a:solidFill>
              </a:rPr>
              <a:t>Our objective is to translate real genetic circuits from sludge environments into a configurable simulation platform, allowing users to design ecosystems and assess their st</a:t>
            </a:r>
            <a:r>
              <a:rPr lang="en" sz="1800">
                <a:solidFill>
                  <a:srgbClr val="FFFFFF"/>
                </a:solidFill>
              </a:rPr>
              <a:t>a</a:t>
            </a:r>
            <a:r>
              <a:rPr lang="en" sz="1800">
                <a:solidFill>
                  <a:srgbClr val="FFFFFF"/>
                </a:solidFill>
              </a:rPr>
              <a:t>bility before implementation</a:t>
            </a:r>
            <a:endParaRPr sz="1800">
              <a:solidFill>
                <a:srgbClr val="FFFFFF"/>
              </a:solidFill>
            </a:endParaRPr>
          </a:p>
        </p:txBody>
      </p:sp>
      <p:grpSp>
        <p:nvGrpSpPr>
          <p:cNvPr id="1459" name="Google Shape;1459;p35"/>
          <p:cNvGrpSpPr/>
          <p:nvPr/>
        </p:nvGrpSpPr>
        <p:grpSpPr>
          <a:xfrm rot="-557482">
            <a:off x="1661401" y="147272"/>
            <a:ext cx="1062610" cy="1240197"/>
            <a:chOff x="7465672" y="289734"/>
            <a:chExt cx="1252291" cy="1461579"/>
          </a:xfrm>
        </p:grpSpPr>
        <p:grpSp>
          <p:nvGrpSpPr>
            <p:cNvPr id="1460" name="Google Shape;1460;p35"/>
            <p:cNvGrpSpPr/>
            <p:nvPr/>
          </p:nvGrpSpPr>
          <p:grpSpPr>
            <a:xfrm>
              <a:off x="7487656" y="355838"/>
              <a:ext cx="1207160" cy="1395475"/>
              <a:chOff x="3175275" y="1812900"/>
              <a:chExt cx="3155975" cy="3648300"/>
            </a:xfrm>
          </p:grpSpPr>
          <p:sp>
            <p:nvSpPr>
              <p:cNvPr id="1461" name="Google Shape;1461;p35"/>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4" name="Google Shape;1464;p35"/>
            <p:cNvGrpSpPr/>
            <p:nvPr/>
          </p:nvGrpSpPr>
          <p:grpSpPr>
            <a:xfrm>
              <a:off x="7465672" y="289734"/>
              <a:ext cx="1252291" cy="1217182"/>
              <a:chOff x="3081110" y="1328184"/>
              <a:chExt cx="3273964" cy="3182176"/>
            </a:xfrm>
          </p:grpSpPr>
          <p:sp>
            <p:nvSpPr>
              <p:cNvPr id="1465" name="Google Shape;1465;p35"/>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69" name="Google Shape;1469;p35"/>
          <p:cNvSpPr/>
          <p:nvPr/>
        </p:nvSpPr>
        <p:spPr>
          <a:xfrm>
            <a:off x="7155775" y="7007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a:off x="7441725" y="25051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6920513" y="49804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1466063" y="5030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7469013" y="41527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a:off x="1542388" y="40195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5"/>
          <p:cNvSpPr/>
          <p:nvPr/>
        </p:nvSpPr>
        <p:spPr>
          <a:xfrm>
            <a:off x="3055863" y="50305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6" name="Google Shape;1476;p35"/>
          <p:cNvPicPr preferRelativeResize="0"/>
          <p:nvPr/>
        </p:nvPicPr>
        <p:blipFill>
          <a:blip r:embed="rId3">
            <a:alphaModFix/>
          </a:blip>
          <a:stretch>
            <a:fillRect/>
          </a:stretch>
        </p:blipFill>
        <p:spPr>
          <a:xfrm>
            <a:off x="3258000" y="565350"/>
            <a:ext cx="2628000" cy="1767000"/>
          </a:xfrm>
          <a:prstGeom prst="roundRect">
            <a:avLst>
              <a:gd fmla="val 16667" name="adj"/>
            </a:avLst>
          </a:prstGeom>
          <a:noFill/>
          <a:ln cap="flat" cmpd="sng" w="9525">
            <a:solidFill>
              <a:schemeClr val="lt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36"/>
          <p:cNvSpPr txBox="1"/>
          <p:nvPr>
            <p:ph type="title"/>
          </p:nvPr>
        </p:nvSpPr>
        <p:spPr>
          <a:xfrm>
            <a:off x="720000" y="933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Concrete Example</a:t>
            </a:r>
            <a:endParaRPr/>
          </a:p>
        </p:txBody>
      </p:sp>
      <p:sp>
        <p:nvSpPr>
          <p:cNvPr id="1482" name="Google Shape;1482;p36"/>
          <p:cNvSpPr txBox="1"/>
          <p:nvPr>
            <p:ph idx="4294967295" type="subTitle"/>
          </p:nvPr>
        </p:nvSpPr>
        <p:spPr>
          <a:xfrm>
            <a:off x="720000" y="818425"/>
            <a:ext cx="3934200" cy="42213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solidFill>
                  <a:schemeClr val="accent1"/>
                </a:solidFill>
              </a:rPr>
              <a:t>Application in Wastewater-to-Energy Systems</a:t>
            </a:r>
            <a:endParaRPr b="1" sz="1200" u="sng">
              <a:solidFill>
                <a:schemeClr val="accent1"/>
              </a:solidFill>
            </a:endParaRPr>
          </a:p>
          <a:p>
            <a:pPr indent="-304800" lvl="0" marL="457200" rtl="0" algn="l">
              <a:spcBef>
                <a:spcPts val="1600"/>
              </a:spcBef>
              <a:spcAft>
                <a:spcPts val="0"/>
              </a:spcAft>
              <a:buSzPts val="1200"/>
              <a:buChar char="●"/>
            </a:pPr>
            <a:r>
              <a:rPr lang="en" sz="1200"/>
              <a:t>We engineered a synthetic E. coli–Geobacter co-culture to enable stable electric power generation in micro-bioelectrochemical fuel cells</a:t>
            </a:r>
            <a:endParaRPr sz="1200"/>
          </a:p>
          <a:p>
            <a:pPr indent="-304800" lvl="0" marL="457200" rtl="0" algn="l">
              <a:spcBef>
                <a:spcPts val="0"/>
              </a:spcBef>
              <a:spcAft>
                <a:spcPts val="0"/>
              </a:spcAft>
              <a:buSzPts val="1200"/>
              <a:buChar char="●"/>
            </a:pPr>
            <a:r>
              <a:rPr lang="en" sz="1200"/>
              <a:t>This directly aligns with the business model of Cambrian Innovation</a:t>
            </a:r>
            <a:endParaRPr sz="1200"/>
          </a:p>
          <a:p>
            <a:pPr indent="0" lvl="0" marL="0" rtl="0" algn="l">
              <a:spcBef>
                <a:spcPts val="1600"/>
              </a:spcBef>
              <a:spcAft>
                <a:spcPts val="0"/>
              </a:spcAft>
              <a:buNone/>
            </a:pPr>
            <a:r>
              <a:rPr b="1" lang="en" sz="1200" u="sng">
                <a:solidFill>
                  <a:schemeClr val="accent1"/>
                </a:solidFill>
              </a:rPr>
              <a:t>Current Limitation (Industry Problem)</a:t>
            </a:r>
            <a:endParaRPr b="1" sz="1200" u="sng">
              <a:solidFill>
                <a:schemeClr val="accent1"/>
              </a:solidFill>
            </a:endParaRPr>
          </a:p>
          <a:p>
            <a:pPr indent="-304800" lvl="0" marL="457200" rtl="0" algn="l">
              <a:spcBef>
                <a:spcPts val="1600"/>
              </a:spcBef>
              <a:spcAft>
                <a:spcPts val="0"/>
              </a:spcAft>
              <a:buSzPts val="1200"/>
              <a:buChar char="●"/>
            </a:pPr>
            <a:r>
              <a:rPr lang="en" sz="1200"/>
              <a:t>Cambrian’s Bio-Electrochemical Reactors (BBER) are deployed in:</a:t>
            </a:r>
            <a:endParaRPr sz="1200"/>
          </a:p>
          <a:p>
            <a:pPr indent="-304800" lvl="1" marL="914400" rtl="0" algn="l">
              <a:spcBef>
                <a:spcPts val="0"/>
              </a:spcBef>
              <a:spcAft>
                <a:spcPts val="0"/>
              </a:spcAft>
              <a:buSzPts val="1200"/>
              <a:buChar char="○"/>
            </a:pPr>
            <a:r>
              <a:rPr lang="en" sz="1200"/>
              <a:t>Breweries</a:t>
            </a:r>
            <a:endParaRPr sz="1200"/>
          </a:p>
          <a:p>
            <a:pPr indent="-304800" lvl="1" marL="914400" rtl="0" algn="l">
              <a:spcBef>
                <a:spcPts val="0"/>
              </a:spcBef>
              <a:spcAft>
                <a:spcPts val="0"/>
              </a:spcAft>
              <a:buSzPts val="1200"/>
              <a:buChar char="○"/>
            </a:pPr>
            <a:r>
              <a:rPr lang="en" sz="1200"/>
              <a:t>Food processing facilities</a:t>
            </a:r>
            <a:endParaRPr sz="1200"/>
          </a:p>
          <a:p>
            <a:pPr indent="-304800" lvl="0" marL="457200" rtl="0" algn="l">
              <a:spcBef>
                <a:spcPts val="0"/>
              </a:spcBef>
              <a:spcAft>
                <a:spcPts val="0"/>
              </a:spcAft>
              <a:buSzPts val="1200"/>
              <a:buChar char="●"/>
            </a:pPr>
            <a:r>
              <a:rPr lang="en" sz="1200"/>
              <a:t>However, performance is limited by biological instability:</a:t>
            </a:r>
            <a:endParaRPr sz="1200"/>
          </a:p>
          <a:p>
            <a:pPr indent="-304800" lvl="1" marL="914400" rtl="0" algn="l">
              <a:spcBef>
                <a:spcPts val="0"/>
              </a:spcBef>
              <a:spcAft>
                <a:spcPts val="0"/>
              </a:spcAft>
              <a:buSzPts val="1200"/>
              <a:buChar char="○"/>
            </a:pPr>
            <a:r>
              <a:rPr lang="en" sz="1200"/>
              <a:t>Microbial populations fluctuate over time</a:t>
            </a:r>
            <a:endParaRPr sz="1200"/>
          </a:p>
          <a:p>
            <a:pPr indent="-304800" lvl="1" marL="914400" rtl="0" algn="l">
              <a:spcBef>
                <a:spcPts val="0"/>
              </a:spcBef>
              <a:spcAft>
                <a:spcPts val="0"/>
              </a:spcAft>
              <a:buSzPts val="1200"/>
              <a:buChar char="○"/>
            </a:pPr>
            <a:r>
              <a:rPr lang="en" sz="1200"/>
              <a:t>Electrical output becomes inconsistent</a:t>
            </a:r>
            <a:endParaRPr sz="1200"/>
          </a:p>
          <a:p>
            <a:pPr indent="-304800" lvl="1" marL="914400" rtl="0" algn="l">
              <a:spcBef>
                <a:spcPts val="0"/>
              </a:spcBef>
              <a:spcAft>
                <a:spcPts val="0"/>
              </a:spcAft>
              <a:buSzPts val="1200"/>
              <a:buChar char="○"/>
            </a:pPr>
            <a:r>
              <a:rPr lang="en" sz="1200"/>
              <a:t>Systems require continuous reseeding</a:t>
            </a:r>
            <a:endParaRPr sz="1200"/>
          </a:p>
        </p:txBody>
      </p:sp>
      <p:sp>
        <p:nvSpPr>
          <p:cNvPr id="1483" name="Google Shape;1483;p36"/>
          <p:cNvSpPr txBox="1"/>
          <p:nvPr>
            <p:ph idx="4294967295" type="subTitle"/>
          </p:nvPr>
        </p:nvSpPr>
        <p:spPr>
          <a:xfrm>
            <a:off x="4796875" y="818425"/>
            <a:ext cx="3867600" cy="42213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u="sng">
                <a:solidFill>
                  <a:schemeClr val="lt2"/>
                </a:solidFill>
              </a:rPr>
              <a:t>Key Innovation — Obligate Cross-Feeding</a:t>
            </a:r>
            <a:endParaRPr b="1" sz="1200" u="sng">
              <a:solidFill>
                <a:schemeClr val="lt2"/>
              </a:solidFill>
            </a:endParaRPr>
          </a:p>
          <a:p>
            <a:pPr indent="-304800" lvl="0" marL="457200" rtl="0" algn="l">
              <a:spcBef>
                <a:spcPts val="1600"/>
              </a:spcBef>
              <a:spcAft>
                <a:spcPts val="0"/>
              </a:spcAft>
              <a:buSzPts val="1200"/>
              <a:buChar char="●"/>
            </a:pPr>
            <a:r>
              <a:rPr lang="en" sz="1200"/>
              <a:t>Engineered dependency between species</a:t>
            </a:r>
            <a:endParaRPr sz="1200"/>
          </a:p>
          <a:p>
            <a:pPr indent="-304800" lvl="0" marL="457200" rtl="0" algn="l">
              <a:spcBef>
                <a:spcPts val="0"/>
              </a:spcBef>
              <a:spcAft>
                <a:spcPts val="0"/>
              </a:spcAft>
              <a:buSzPts val="1200"/>
              <a:buChar char="●"/>
            </a:pPr>
            <a:r>
              <a:rPr lang="en" sz="1200"/>
              <a:t>Prevents:</a:t>
            </a:r>
            <a:endParaRPr sz="1200"/>
          </a:p>
          <a:p>
            <a:pPr indent="-304800" lvl="1" marL="914400" rtl="0" algn="l">
              <a:spcBef>
                <a:spcPts val="0"/>
              </a:spcBef>
              <a:spcAft>
                <a:spcPts val="0"/>
              </a:spcAft>
              <a:buSzPts val="1200"/>
              <a:buChar char="○"/>
            </a:pPr>
            <a:r>
              <a:rPr lang="en" sz="1200"/>
              <a:t>Competitive takeover</a:t>
            </a:r>
            <a:endParaRPr sz="1200"/>
          </a:p>
          <a:p>
            <a:pPr indent="-304800" lvl="1" marL="914400" rtl="0" algn="l">
              <a:spcBef>
                <a:spcPts val="0"/>
              </a:spcBef>
              <a:spcAft>
                <a:spcPts val="0"/>
              </a:spcAft>
              <a:buSzPts val="1200"/>
              <a:buChar char="○"/>
            </a:pPr>
            <a:r>
              <a:rPr lang="en" sz="1200"/>
              <a:t>Community drift</a:t>
            </a:r>
            <a:endParaRPr sz="1200"/>
          </a:p>
          <a:p>
            <a:pPr indent="-304800" lvl="1" marL="914400" rtl="0" algn="l">
              <a:spcBef>
                <a:spcPts val="0"/>
              </a:spcBef>
              <a:spcAft>
                <a:spcPts val="0"/>
              </a:spcAft>
              <a:buSzPts val="1200"/>
              <a:buChar char="○"/>
            </a:pPr>
            <a:r>
              <a:rPr lang="en" sz="1200"/>
              <a:t>Emergence of non-productive “cheaters”</a:t>
            </a:r>
            <a:endParaRPr sz="1200"/>
          </a:p>
          <a:p>
            <a:pPr indent="-304800" lvl="0" marL="457200" rtl="0" algn="l">
              <a:spcBef>
                <a:spcPts val="0"/>
              </a:spcBef>
              <a:spcAft>
                <a:spcPts val="0"/>
              </a:spcAft>
              <a:buSzPts val="1200"/>
              <a:buChar char="●"/>
            </a:pPr>
            <a:r>
              <a:rPr lang="en" sz="1200"/>
              <a:t>Result: stable, cooperative, long-term operation</a:t>
            </a:r>
            <a:endParaRPr sz="1200"/>
          </a:p>
          <a:p>
            <a:pPr indent="0" lvl="0" marL="0" rtl="0" algn="l">
              <a:spcBef>
                <a:spcPts val="1600"/>
              </a:spcBef>
              <a:spcAft>
                <a:spcPts val="0"/>
              </a:spcAft>
              <a:buNone/>
            </a:pPr>
            <a:r>
              <a:rPr b="1" lang="en" sz="1200" u="sng">
                <a:solidFill>
                  <a:schemeClr val="lt2"/>
                </a:solidFill>
              </a:rPr>
              <a:t>Impact</a:t>
            </a:r>
            <a:endParaRPr b="1" sz="1200" u="sng">
              <a:solidFill>
                <a:schemeClr val="lt2"/>
              </a:solidFill>
            </a:endParaRPr>
          </a:p>
          <a:p>
            <a:pPr indent="-304800" lvl="0" marL="457200" rtl="0" algn="l">
              <a:spcBef>
                <a:spcPts val="1600"/>
              </a:spcBef>
              <a:spcAft>
                <a:spcPts val="0"/>
              </a:spcAft>
              <a:buSzPts val="1200"/>
              <a:buChar char="●"/>
            </a:pPr>
            <a:r>
              <a:rPr lang="en" sz="1200"/>
              <a:t>Produces consistent and reliable electric output</a:t>
            </a:r>
            <a:endParaRPr sz="1200"/>
          </a:p>
          <a:p>
            <a:pPr indent="-304800" lvl="0" marL="457200" rtl="0" algn="l">
              <a:spcBef>
                <a:spcPts val="0"/>
              </a:spcBef>
              <a:spcAft>
                <a:spcPts val="0"/>
              </a:spcAft>
              <a:buSzPts val="1200"/>
              <a:buChar char="●"/>
            </a:pPr>
            <a:r>
              <a:rPr lang="en" sz="1200"/>
              <a:t>Eliminates need for frequent reseeding</a:t>
            </a:r>
            <a:endParaRPr sz="1200"/>
          </a:p>
          <a:p>
            <a:pPr indent="-304800" lvl="0" marL="457200" rtl="0" algn="l">
              <a:spcBef>
                <a:spcPts val="0"/>
              </a:spcBef>
              <a:spcAft>
                <a:spcPts val="0"/>
              </a:spcAft>
              <a:buSzPts val="1200"/>
              <a:buChar char="●"/>
            </a:pPr>
            <a:r>
              <a:rPr lang="en" sz="1200"/>
              <a:t>Requires no hardware modification to existing systems</a:t>
            </a:r>
            <a:endParaRPr sz="1200"/>
          </a:p>
          <a:p>
            <a:pPr indent="-304800" lvl="0" marL="457200" rtl="0" algn="l">
              <a:spcBef>
                <a:spcPts val="0"/>
              </a:spcBef>
              <a:spcAft>
                <a:spcPts val="0"/>
              </a:spcAft>
              <a:buSzPts val="1200"/>
              <a:buChar char="●"/>
            </a:pPr>
            <a:r>
              <a:rPr lang="en" sz="1200"/>
              <a:t>Immediately deployable across Cambrian’s existing industrial sites</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37"/>
          <p:cNvSpPr txBox="1"/>
          <p:nvPr>
            <p:ph type="title"/>
          </p:nvPr>
        </p:nvSpPr>
        <p:spPr>
          <a:xfrm>
            <a:off x="1084875" y="2319625"/>
            <a:ext cx="42039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Short Functionality</a:t>
            </a:r>
            <a:endParaRPr sz="3400"/>
          </a:p>
        </p:txBody>
      </p:sp>
      <p:sp>
        <p:nvSpPr>
          <p:cNvPr id="1489" name="Google Shape;1489;p37"/>
          <p:cNvSpPr txBox="1"/>
          <p:nvPr>
            <p:ph idx="2" type="title"/>
          </p:nvPr>
        </p:nvSpPr>
        <p:spPr>
          <a:xfrm>
            <a:off x="1084875" y="1362375"/>
            <a:ext cx="12174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490" name="Google Shape;1490;p37"/>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1" name="Google Shape;1491;p37"/>
          <p:cNvGrpSpPr/>
          <p:nvPr/>
        </p:nvGrpSpPr>
        <p:grpSpPr>
          <a:xfrm flipH="1" rot="-5400000">
            <a:off x="3928581" y="3185105"/>
            <a:ext cx="499553" cy="2785577"/>
            <a:chOff x="1273225" y="238125"/>
            <a:chExt cx="911925" cy="5085025"/>
          </a:xfrm>
        </p:grpSpPr>
        <p:sp>
          <p:nvSpPr>
            <p:cNvPr id="1492" name="Google Shape;1492;p37"/>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7"/>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7"/>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7"/>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7"/>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7"/>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7"/>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7"/>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7"/>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7"/>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7"/>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7"/>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7"/>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7"/>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7"/>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7"/>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7"/>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7"/>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7"/>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7"/>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7"/>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7"/>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7"/>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7"/>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7"/>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7"/>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7"/>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7"/>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7"/>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7"/>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7"/>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7"/>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7"/>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7"/>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7"/>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7"/>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7"/>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7"/>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7"/>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7"/>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7"/>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7"/>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7"/>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7"/>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7"/>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7"/>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7"/>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7"/>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7"/>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7"/>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37"/>
          <p:cNvGrpSpPr/>
          <p:nvPr/>
        </p:nvGrpSpPr>
        <p:grpSpPr>
          <a:xfrm flipH="1" rot="-5400000">
            <a:off x="4745356" y="-947945"/>
            <a:ext cx="499553" cy="2785577"/>
            <a:chOff x="1273225" y="238125"/>
            <a:chExt cx="911925" cy="5085025"/>
          </a:xfrm>
        </p:grpSpPr>
        <p:sp>
          <p:nvSpPr>
            <p:cNvPr id="1543" name="Google Shape;1543;p37"/>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7"/>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7"/>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7"/>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7"/>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7"/>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7"/>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7"/>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7"/>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7"/>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7"/>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7"/>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7"/>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7"/>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7"/>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7"/>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7"/>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7"/>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7"/>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7"/>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7"/>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7"/>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7"/>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7"/>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7"/>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7"/>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7"/>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7"/>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7"/>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7"/>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7"/>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3" name="Google Shape;1593;p37"/>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7"/>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7"/>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7"/>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7"/>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8" name="Google Shape;1598;p37"/>
          <p:cNvGrpSpPr/>
          <p:nvPr/>
        </p:nvGrpSpPr>
        <p:grpSpPr>
          <a:xfrm rot="-557409">
            <a:off x="6444650" y="1848678"/>
            <a:ext cx="1425014" cy="1663168"/>
            <a:chOff x="7465672" y="289734"/>
            <a:chExt cx="1252291" cy="1461579"/>
          </a:xfrm>
        </p:grpSpPr>
        <p:grpSp>
          <p:nvGrpSpPr>
            <p:cNvPr id="1599" name="Google Shape;1599;p37"/>
            <p:cNvGrpSpPr/>
            <p:nvPr/>
          </p:nvGrpSpPr>
          <p:grpSpPr>
            <a:xfrm>
              <a:off x="7487656" y="355838"/>
              <a:ext cx="1207160" cy="1395475"/>
              <a:chOff x="3175275" y="1812900"/>
              <a:chExt cx="3155975" cy="3648300"/>
            </a:xfrm>
          </p:grpSpPr>
          <p:sp>
            <p:nvSpPr>
              <p:cNvPr id="1600" name="Google Shape;1600;p37"/>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7"/>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7"/>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3" name="Google Shape;1603;p37"/>
            <p:cNvGrpSpPr/>
            <p:nvPr/>
          </p:nvGrpSpPr>
          <p:grpSpPr>
            <a:xfrm>
              <a:off x="7465672" y="289734"/>
              <a:ext cx="1252291" cy="1217182"/>
              <a:chOff x="3081110" y="1328184"/>
              <a:chExt cx="3273964" cy="3182176"/>
            </a:xfrm>
          </p:grpSpPr>
          <p:sp>
            <p:nvSpPr>
              <p:cNvPr id="1604" name="Google Shape;1604;p37"/>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7"/>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7"/>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7"/>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08" name="Google Shape;1608;p37"/>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7"/>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38"/>
          <p:cNvSpPr txBox="1"/>
          <p:nvPr>
            <p:ph type="title"/>
          </p:nvPr>
        </p:nvSpPr>
        <p:spPr>
          <a:xfrm>
            <a:off x="752600" y="187256"/>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Short Functionality</a:t>
            </a:r>
            <a:endParaRPr/>
          </a:p>
        </p:txBody>
      </p:sp>
      <p:sp>
        <p:nvSpPr>
          <p:cNvPr id="1615" name="Google Shape;1615;p38"/>
          <p:cNvSpPr txBox="1"/>
          <p:nvPr>
            <p:ph idx="1" type="subTitle"/>
          </p:nvPr>
        </p:nvSpPr>
        <p:spPr>
          <a:xfrm>
            <a:off x="340000" y="1445175"/>
            <a:ext cx="3121800" cy="36033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solidFill>
                  <a:schemeClr val="accent2"/>
                </a:solidFill>
                <a:latin typeface="Arial"/>
                <a:ea typeface="Arial"/>
                <a:cs typeface="Arial"/>
                <a:sym typeface="Arial"/>
              </a:rPr>
              <a:t>GUI</a:t>
            </a:r>
            <a:endParaRPr b="1" sz="2300" u="sng">
              <a:solidFill>
                <a:schemeClr val="accent2"/>
              </a:solidFill>
              <a:latin typeface="Arial"/>
              <a:ea typeface="Arial"/>
              <a:cs typeface="Arial"/>
              <a:sym typeface="Arial"/>
            </a:endParaRPr>
          </a:p>
          <a:p>
            <a:pPr indent="0" lvl="0" marL="0" rtl="0" algn="l">
              <a:spcBef>
                <a:spcPts val="0"/>
              </a:spcBef>
              <a:spcAft>
                <a:spcPts val="0"/>
              </a:spcAft>
              <a:buNone/>
            </a:pPr>
            <a:r>
              <a:rPr lang="en" sz="1100">
                <a:solidFill>
                  <a:srgbClr val="FFC800"/>
                </a:solidFill>
                <a:latin typeface="Arial"/>
                <a:ea typeface="Arial"/>
                <a:cs typeface="Arial"/>
                <a:sym typeface="Arial"/>
              </a:rPr>
              <a:t>User Inputs (Control Layer)</a:t>
            </a:r>
            <a:endParaRPr sz="1100">
              <a:solidFill>
                <a:srgbClr val="FFC800"/>
              </a:solidFill>
              <a:latin typeface="Arial"/>
              <a:ea typeface="Arial"/>
              <a:cs typeface="Arial"/>
              <a:sym typeface="Arial"/>
            </a:endParaRPr>
          </a:p>
          <a:p>
            <a:pPr indent="0" lvl="0" marL="0" rtl="0" algn="l">
              <a:spcBef>
                <a:spcPts val="0"/>
              </a:spcBef>
              <a:spcAft>
                <a:spcPts val="0"/>
              </a:spcAft>
              <a:buNone/>
            </a:pPr>
            <a:r>
              <a:rPr lang="en" sz="1100">
                <a:solidFill>
                  <a:srgbClr val="FFFFFF"/>
                </a:solidFill>
                <a:latin typeface="Arial"/>
                <a:ea typeface="Arial"/>
                <a:cs typeface="Arial"/>
                <a:sym typeface="Arial"/>
              </a:rPr>
              <a:t>Six adjustable parameters:</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Cross-feeding strength</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Quorum sensing intensity</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Kill switch activation</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Electroactivity level</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Metabolic production rate</a:t>
            </a:r>
            <a:endParaRPr sz="1100">
              <a:solidFill>
                <a:srgbClr val="FFFFFF"/>
              </a:solidFill>
              <a:latin typeface="Arial"/>
              <a:ea typeface="Arial"/>
              <a:cs typeface="Arial"/>
              <a:sym typeface="Arial"/>
            </a:endParaRPr>
          </a:p>
          <a:p>
            <a:pPr indent="0" lvl="0" marL="0" rtl="0" algn="l">
              <a:spcBef>
                <a:spcPts val="0"/>
              </a:spcBef>
              <a:spcAft>
                <a:spcPts val="0"/>
              </a:spcAft>
              <a:buNone/>
            </a:pPr>
            <a:r>
              <a:rPr lang="en" sz="1100">
                <a:solidFill>
                  <a:srgbClr val="FFFFFF"/>
                </a:solidFill>
                <a:latin typeface="Arial"/>
                <a:ea typeface="Arial"/>
                <a:cs typeface="Arial"/>
                <a:sym typeface="Arial"/>
              </a:rPr>
              <a:t>System Processing</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Selects compatible genetic circuits from library</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Maps circuits → interaction categories</a:t>
            </a:r>
            <a:endParaRPr sz="1100">
              <a:solidFill>
                <a:srgbClr val="FFFFFF"/>
              </a:solidFill>
              <a:latin typeface="Arial"/>
              <a:ea typeface="Arial"/>
              <a:cs typeface="Arial"/>
              <a:sym typeface="Arial"/>
            </a:endParaRPr>
          </a:p>
          <a:p>
            <a:pPr indent="0" lvl="0" marL="457200" rtl="0" algn="l">
              <a:spcBef>
                <a:spcPts val="0"/>
              </a:spcBef>
              <a:spcAft>
                <a:spcPts val="0"/>
              </a:spcAft>
              <a:buNone/>
            </a:pPr>
            <a:r>
              <a:rPr lang="en" sz="1100">
                <a:solidFill>
                  <a:srgbClr val="FFFFFF"/>
                </a:solidFill>
                <a:latin typeface="Arial"/>
                <a:ea typeface="Arial"/>
                <a:cs typeface="Arial"/>
                <a:sym typeface="Arial"/>
              </a:rPr>
              <a:t>Constructs ODE-based ecosystem model</a:t>
            </a:r>
            <a:endParaRPr sz="1100">
              <a:solidFill>
                <a:srgbClr val="FFFFFF"/>
              </a:solidFill>
              <a:latin typeface="Arial"/>
              <a:ea typeface="Arial"/>
              <a:cs typeface="Arial"/>
              <a:sym typeface="Arial"/>
            </a:endParaRPr>
          </a:p>
        </p:txBody>
      </p:sp>
      <p:sp>
        <p:nvSpPr>
          <p:cNvPr id="1616" name="Google Shape;1616;p38"/>
          <p:cNvSpPr/>
          <p:nvPr/>
        </p:nvSpPr>
        <p:spPr>
          <a:xfrm>
            <a:off x="8143250" y="6677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17" name="Google Shape;1617;p38"/>
          <p:cNvPicPr preferRelativeResize="0"/>
          <p:nvPr/>
        </p:nvPicPr>
        <p:blipFill>
          <a:blip r:embed="rId3">
            <a:alphaModFix/>
          </a:blip>
          <a:stretch>
            <a:fillRect/>
          </a:stretch>
        </p:blipFill>
        <p:spPr>
          <a:xfrm>
            <a:off x="6700927" y="515572"/>
            <a:ext cx="2060398" cy="4288499"/>
          </a:xfrm>
          <a:prstGeom prst="rect">
            <a:avLst/>
          </a:prstGeom>
          <a:noFill/>
          <a:ln>
            <a:noFill/>
          </a:ln>
        </p:spPr>
      </p:pic>
      <p:sp>
        <p:nvSpPr>
          <p:cNvPr id="1618" name="Google Shape;1618;p38"/>
          <p:cNvSpPr txBox="1"/>
          <p:nvPr/>
        </p:nvSpPr>
        <p:spPr>
          <a:xfrm>
            <a:off x="3743963" y="1271725"/>
            <a:ext cx="3000000" cy="27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FFC800"/>
                </a:solidFill>
              </a:rPr>
              <a:t>Simulation Output</a:t>
            </a:r>
            <a:endParaRPr sz="1300">
              <a:solidFill>
                <a:srgbClr val="FFC800"/>
              </a:solidFill>
            </a:endParaRPr>
          </a:p>
          <a:p>
            <a:pPr indent="0" lvl="0" marL="0" rtl="0" algn="l">
              <a:lnSpc>
                <a:spcPct val="115000"/>
              </a:lnSpc>
              <a:spcBef>
                <a:spcPts val="0"/>
              </a:spcBef>
              <a:spcAft>
                <a:spcPts val="0"/>
              </a:spcAft>
              <a:buNone/>
            </a:pPr>
            <a:r>
              <a:rPr lang="en" sz="1300">
                <a:solidFill>
                  <a:schemeClr val="accent3"/>
                </a:solidFill>
              </a:rPr>
              <a:t>Time-evolution of species populations</a:t>
            </a:r>
            <a:endParaRPr sz="1300">
              <a:solidFill>
                <a:schemeClr val="accent3"/>
              </a:solidFill>
            </a:endParaRPr>
          </a:p>
          <a:p>
            <a:pPr indent="0" lvl="0" marL="0" rtl="0" algn="l">
              <a:lnSpc>
                <a:spcPct val="115000"/>
              </a:lnSpc>
              <a:spcBef>
                <a:spcPts val="0"/>
              </a:spcBef>
              <a:spcAft>
                <a:spcPts val="0"/>
              </a:spcAft>
              <a:buNone/>
            </a:pPr>
            <a:r>
              <a:rPr lang="en" sz="1300">
                <a:solidFill>
                  <a:schemeClr val="accent3"/>
                </a:solidFill>
              </a:rPr>
              <a:t>Stability classification:</a:t>
            </a:r>
            <a:endParaRPr sz="1300">
              <a:solidFill>
                <a:schemeClr val="accent3"/>
              </a:solidFill>
            </a:endParaRPr>
          </a:p>
          <a:p>
            <a:pPr indent="0" lvl="0" marL="457200" rtl="0" algn="l">
              <a:spcBef>
                <a:spcPts val="0"/>
              </a:spcBef>
              <a:spcAft>
                <a:spcPts val="0"/>
              </a:spcAft>
              <a:buNone/>
            </a:pPr>
            <a:r>
              <a:rPr lang="en" sz="1300">
                <a:solidFill>
                  <a:schemeClr val="accent3"/>
                </a:solidFill>
              </a:rPr>
              <a:t>Stable / Collapse / Oscillatory</a:t>
            </a:r>
            <a:endParaRPr sz="1300">
              <a:solidFill>
                <a:schemeClr val="accent3"/>
              </a:solidFill>
            </a:endParaRPr>
          </a:p>
          <a:p>
            <a:pPr indent="0" lvl="0" marL="0" rtl="0" algn="l">
              <a:spcBef>
                <a:spcPts val="1600"/>
              </a:spcBef>
              <a:spcAft>
                <a:spcPts val="0"/>
              </a:spcAft>
              <a:buNone/>
            </a:pPr>
            <a:r>
              <a:rPr lang="en" sz="1300">
                <a:solidFill>
                  <a:schemeClr val="accent3"/>
                </a:solidFill>
              </a:rPr>
              <a:t>Functional behavior (e.g., current output trends)</a:t>
            </a:r>
            <a:endParaRPr sz="1300">
              <a:solidFill>
                <a:schemeClr val="accent3"/>
              </a:solidFill>
            </a:endParaRPr>
          </a:p>
          <a:p>
            <a:pPr indent="0" lvl="0" marL="0" rtl="0" algn="l">
              <a:lnSpc>
                <a:spcPct val="115000"/>
              </a:lnSpc>
              <a:spcBef>
                <a:spcPts val="1600"/>
              </a:spcBef>
              <a:spcAft>
                <a:spcPts val="0"/>
              </a:spcAft>
              <a:buNone/>
            </a:pPr>
            <a:r>
              <a:rPr lang="en" sz="1300" u="sng">
                <a:solidFill>
                  <a:schemeClr val="dk1"/>
                </a:solidFill>
              </a:rPr>
              <a:t>Purpose</a:t>
            </a:r>
            <a:endParaRPr sz="1300" u="sng">
              <a:solidFill>
                <a:schemeClr val="dk1"/>
              </a:solidFill>
            </a:endParaRPr>
          </a:p>
          <a:p>
            <a:pPr indent="0" lvl="0" marL="0" rtl="0" algn="l">
              <a:lnSpc>
                <a:spcPct val="115000"/>
              </a:lnSpc>
              <a:spcBef>
                <a:spcPts val="0"/>
              </a:spcBef>
              <a:spcAft>
                <a:spcPts val="0"/>
              </a:spcAft>
              <a:buNone/>
            </a:pPr>
            <a:r>
              <a:rPr lang="en" sz="1300">
                <a:solidFill>
                  <a:schemeClr val="accent3"/>
                </a:solidFill>
              </a:rPr>
              <a:t>Enables rapid exploration of how circuit combinations affect ecosystem behavior</a:t>
            </a:r>
            <a:endParaRPr sz="1300">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39"/>
          <p:cNvSpPr txBox="1"/>
          <p:nvPr>
            <p:ph type="title"/>
          </p:nvPr>
        </p:nvSpPr>
        <p:spPr>
          <a:xfrm>
            <a:off x="752600" y="187256"/>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Short Functionality: Image of Gui</a:t>
            </a:r>
            <a:endParaRPr/>
          </a:p>
        </p:txBody>
      </p:sp>
      <p:sp>
        <p:nvSpPr>
          <p:cNvPr id="1624" name="Google Shape;1624;p39"/>
          <p:cNvSpPr/>
          <p:nvPr/>
        </p:nvSpPr>
        <p:spPr>
          <a:xfrm>
            <a:off x="8143250" y="6677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5" name="Google Shape;1625;p39"/>
          <p:cNvPicPr preferRelativeResize="0"/>
          <p:nvPr/>
        </p:nvPicPr>
        <p:blipFill>
          <a:blip r:embed="rId3">
            <a:alphaModFix/>
          </a:blip>
          <a:stretch>
            <a:fillRect/>
          </a:stretch>
        </p:blipFill>
        <p:spPr>
          <a:xfrm>
            <a:off x="405301" y="1110150"/>
            <a:ext cx="8333399" cy="3434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40"/>
          <p:cNvSpPr txBox="1"/>
          <p:nvPr>
            <p:ph type="title"/>
          </p:nvPr>
        </p:nvSpPr>
        <p:spPr>
          <a:xfrm>
            <a:off x="1084875" y="2319625"/>
            <a:ext cx="42039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Short Specification</a:t>
            </a:r>
            <a:endParaRPr sz="3400"/>
          </a:p>
        </p:txBody>
      </p:sp>
      <p:sp>
        <p:nvSpPr>
          <p:cNvPr id="1631" name="Google Shape;1631;p40"/>
          <p:cNvSpPr txBox="1"/>
          <p:nvPr>
            <p:ph idx="2" type="title"/>
          </p:nvPr>
        </p:nvSpPr>
        <p:spPr>
          <a:xfrm>
            <a:off x="1084875" y="1362375"/>
            <a:ext cx="12639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a:p>
            <a:pPr indent="0" lvl="0" marL="0" rtl="0" algn="l">
              <a:spcBef>
                <a:spcPts val="0"/>
              </a:spcBef>
              <a:spcAft>
                <a:spcPts val="0"/>
              </a:spcAft>
              <a:buNone/>
            </a:pPr>
            <a:r>
              <a:t/>
            </a:r>
            <a:endParaRPr/>
          </a:p>
        </p:txBody>
      </p:sp>
      <p:sp>
        <p:nvSpPr>
          <p:cNvPr id="1632" name="Google Shape;1632;p40"/>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3" name="Google Shape;1633;p40"/>
          <p:cNvGrpSpPr/>
          <p:nvPr/>
        </p:nvGrpSpPr>
        <p:grpSpPr>
          <a:xfrm flipH="1" rot="-5400000">
            <a:off x="3928581" y="3185105"/>
            <a:ext cx="499553" cy="2785577"/>
            <a:chOff x="1273225" y="238125"/>
            <a:chExt cx="911925" cy="5085025"/>
          </a:xfrm>
        </p:grpSpPr>
        <p:sp>
          <p:nvSpPr>
            <p:cNvPr id="1634" name="Google Shape;1634;p40"/>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0"/>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0"/>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0"/>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0"/>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0"/>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0"/>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0"/>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0"/>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0"/>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0"/>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0"/>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0"/>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0"/>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0"/>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0"/>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0"/>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0"/>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0"/>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0"/>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0"/>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0"/>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0"/>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0"/>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0"/>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0"/>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0"/>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0"/>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0"/>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0"/>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0"/>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0"/>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0"/>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0"/>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0"/>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0"/>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0"/>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0"/>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0"/>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0"/>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0"/>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0"/>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0"/>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0"/>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0"/>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0"/>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0"/>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0"/>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0"/>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0"/>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4" name="Google Shape;1684;p40"/>
          <p:cNvGrpSpPr/>
          <p:nvPr/>
        </p:nvGrpSpPr>
        <p:grpSpPr>
          <a:xfrm flipH="1" rot="-5400000">
            <a:off x="4745356" y="-947945"/>
            <a:ext cx="499553" cy="2785577"/>
            <a:chOff x="1273225" y="238125"/>
            <a:chExt cx="911925" cy="5085025"/>
          </a:xfrm>
        </p:grpSpPr>
        <p:sp>
          <p:nvSpPr>
            <p:cNvPr id="1685" name="Google Shape;1685;p40"/>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0"/>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0"/>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0"/>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0"/>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0"/>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0"/>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0"/>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0"/>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0"/>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0"/>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0"/>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0"/>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0"/>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0"/>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0"/>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0"/>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0"/>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0"/>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0"/>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0"/>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0"/>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0"/>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0"/>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0"/>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0"/>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0"/>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0"/>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0"/>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0"/>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0"/>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0"/>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0"/>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0"/>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0"/>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0"/>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0"/>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0"/>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0"/>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0"/>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0"/>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0"/>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0"/>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0"/>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0"/>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0"/>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0"/>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0"/>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0"/>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0"/>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5" name="Google Shape;1735;p40"/>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0"/>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0"/>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0"/>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0"/>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0" name="Google Shape;1740;p40"/>
          <p:cNvGrpSpPr/>
          <p:nvPr/>
        </p:nvGrpSpPr>
        <p:grpSpPr>
          <a:xfrm rot="-557409">
            <a:off x="6444650" y="1848678"/>
            <a:ext cx="1425014" cy="1663168"/>
            <a:chOff x="7465672" y="289734"/>
            <a:chExt cx="1252291" cy="1461579"/>
          </a:xfrm>
        </p:grpSpPr>
        <p:grpSp>
          <p:nvGrpSpPr>
            <p:cNvPr id="1741" name="Google Shape;1741;p40"/>
            <p:cNvGrpSpPr/>
            <p:nvPr/>
          </p:nvGrpSpPr>
          <p:grpSpPr>
            <a:xfrm>
              <a:off x="7487656" y="355838"/>
              <a:ext cx="1207160" cy="1395475"/>
              <a:chOff x="3175275" y="1812900"/>
              <a:chExt cx="3155975" cy="3648300"/>
            </a:xfrm>
          </p:grpSpPr>
          <p:sp>
            <p:nvSpPr>
              <p:cNvPr id="1742" name="Google Shape;1742;p40"/>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0"/>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0"/>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5" name="Google Shape;1745;p40"/>
            <p:cNvGrpSpPr/>
            <p:nvPr/>
          </p:nvGrpSpPr>
          <p:grpSpPr>
            <a:xfrm>
              <a:off x="7465672" y="289734"/>
              <a:ext cx="1252291" cy="1217182"/>
              <a:chOff x="3081110" y="1328184"/>
              <a:chExt cx="3273964" cy="3182176"/>
            </a:xfrm>
          </p:grpSpPr>
          <p:sp>
            <p:nvSpPr>
              <p:cNvPr id="1746" name="Google Shape;1746;p40"/>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0"/>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0"/>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0"/>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50" name="Google Shape;1750;p40"/>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0"/>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41"/>
          <p:cNvSpPr txBox="1"/>
          <p:nvPr>
            <p:ph type="title"/>
          </p:nvPr>
        </p:nvSpPr>
        <p:spPr>
          <a:xfrm>
            <a:off x="625300" y="153406"/>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Short Specification of </a:t>
            </a:r>
            <a:r>
              <a:rPr lang="en" sz="2400"/>
              <a:t>circuits</a:t>
            </a:r>
            <a:endParaRPr sz="2400"/>
          </a:p>
        </p:txBody>
      </p:sp>
      <p:grpSp>
        <p:nvGrpSpPr>
          <p:cNvPr id="1757" name="Google Shape;1757;p41"/>
          <p:cNvGrpSpPr/>
          <p:nvPr/>
        </p:nvGrpSpPr>
        <p:grpSpPr>
          <a:xfrm rot="1149490">
            <a:off x="124876" y="3640718"/>
            <a:ext cx="1331684" cy="985750"/>
            <a:chOff x="1802638" y="3918302"/>
            <a:chExt cx="842383" cy="623556"/>
          </a:xfrm>
        </p:grpSpPr>
        <p:sp>
          <p:nvSpPr>
            <p:cNvPr id="1758" name="Google Shape;1758;p41"/>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1"/>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1"/>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1"/>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1"/>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1"/>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1"/>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5" name="Google Shape;1765;p41"/>
          <p:cNvGrpSpPr/>
          <p:nvPr/>
        </p:nvGrpSpPr>
        <p:grpSpPr>
          <a:xfrm>
            <a:off x="539906" y="1131801"/>
            <a:ext cx="5956443" cy="3254395"/>
            <a:chOff x="1477425" y="1145000"/>
            <a:chExt cx="6586800" cy="3598800"/>
          </a:xfrm>
        </p:grpSpPr>
        <p:sp>
          <p:nvSpPr>
            <p:cNvPr id="1766" name="Google Shape;1766;p41"/>
            <p:cNvSpPr txBox="1"/>
            <p:nvPr/>
          </p:nvSpPr>
          <p:spPr>
            <a:xfrm>
              <a:off x="1477425" y="1145000"/>
              <a:ext cx="3293400" cy="3598800"/>
            </a:xfrm>
            <a:prstGeom prst="rect">
              <a:avLst/>
            </a:prstGeom>
            <a:solidFill>
              <a:srgbClr val="97DEEB"/>
            </a:solidFill>
            <a:ln cap="flat" cmpd="sng" w="9525">
              <a:solidFill>
                <a:schemeClr val="lt1"/>
              </a:solidFill>
              <a:prstDash val="solid"/>
              <a:round/>
              <a:headEnd len="sm" w="sm" type="none"/>
              <a:tailEnd len="sm" w="sm" type="none"/>
            </a:ln>
          </p:spPr>
          <p:txBody>
            <a:bodyPr anchorCtr="0" anchor="t" bIns="82675" lIns="82675" spcFirstLastPara="1" rIns="82675" wrap="square" tIns="82675">
              <a:noAutofit/>
            </a:bodyPr>
            <a:lstStyle/>
            <a:p>
              <a:pPr indent="0" lvl="0" marL="0" rtl="0" algn="l">
                <a:spcBef>
                  <a:spcPts val="0"/>
                </a:spcBef>
                <a:spcAft>
                  <a:spcPts val="0"/>
                </a:spcAft>
                <a:buNone/>
              </a:pPr>
              <a:r>
                <a:t/>
              </a:r>
              <a:endParaRPr sz="1176">
                <a:solidFill>
                  <a:schemeClr val="lt1"/>
                </a:solidFill>
                <a:latin typeface="Archivo"/>
                <a:ea typeface="Archivo"/>
                <a:cs typeface="Archivo"/>
                <a:sym typeface="Archivo"/>
              </a:endParaRPr>
            </a:p>
            <a:p>
              <a:pPr indent="0" lvl="0" marL="0" rtl="0" algn="l">
                <a:spcBef>
                  <a:spcPts val="0"/>
                </a:spcBef>
                <a:spcAft>
                  <a:spcPts val="0"/>
                </a:spcAft>
                <a:buNone/>
              </a:pPr>
              <a:r>
                <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Genetic circuits must be from sludge microbial environments</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Circuits must map to defined interaction categories:</a:t>
              </a:r>
              <a:endParaRPr sz="1176">
                <a:solidFill>
                  <a:schemeClr val="lt1"/>
                </a:solidFill>
                <a:latin typeface="Archivo"/>
                <a:ea typeface="Archivo"/>
                <a:cs typeface="Archivo"/>
                <a:sym typeface="Archivo"/>
              </a:endParaRPr>
            </a:p>
            <a:p>
              <a:pPr indent="-281387" lvl="1" marL="826934"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Auxotrophic cross-feeding</a:t>
              </a:r>
              <a:endParaRPr sz="1176">
                <a:solidFill>
                  <a:schemeClr val="lt1"/>
                </a:solidFill>
                <a:latin typeface="Archivo"/>
                <a:ea typeface="Archivo"/>
                <a:cs typeface="Archivo"/>
                <a:sym typeface="Archivo"/>
              </a:endParaRPr>
            </a:p>
            <a:p>
              <a:pPr indent="-281387" lvl="1" marL="826934"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Metabolite production</a:t>
              </a:r>
              <a:endParaRPr sz="1176">
                <a:solidFill>
                  <a:schemeClr val="lt1"/>
                </a:solidFill>
                <a:latin typeface="Archivo"/>
                <a:ea typeface="Archivo"/>
                <a:cs typeface="Archivo"/>
                <a:sym typeface="Archivo"/>
              </a:endParaRPr>
            </a:p>
            <a:p>
              <a:pPr indent="-281387" lvl="1" marL="826934"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Metabolite dependency</a:t>
              </a:r>
              <a:endParaRPr sz="1176">
                <a:solidFill>
                  <a:schemeClr val="lt1"/>
                </a:solidFill>
                <a:latin typeface="Archivo"/>
                <a:ea typeface="Archivo"/>
                <a:cs typeface="Archivo"/>
                <a:sym typeface="Archivo"/>
              </a:endParaRPr>
            </a:p>
            <a:p>
              <a:pPr indent="-281387" lvl="1" marL="826934"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Cooperation</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Each circuit must be representable using standardized components </a:t>
              </a:r>
              <a:endParaRPr sz="1176">
                <a:solidFill>
                  <a:schemeClr val="lt1"/>
                </a:solidFill>
                <a:latin typeface="Archivo"/>
                <a:ea typeface="Archivo"/>
                <a:cs typeface="Archivo"/>
                <a:sym typeface="Archivo"/>
              </a:endParaRPr>
            </a:p>
            <a:p>
              <a:pPr indent="-281387" lvl="1" marL="826934"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promoter, RBS, CDS, terminator</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The system must support modular selection and combination of multiple circuits</a:t>
              </a:r>
              <a:endParaRPr sz="1176">
                <a:solidFill>
                  <a:schemeClr val="lt1"/>
                </a:solidFill>
                <a:latin typeface="Archivo"/>
                <a:ea typeface="Archivo"/>
                <a:cs typeface="Archivo"/>
                <a:sym typeface="Archivo"/>
              </a:endParaRPr>
            </a:p>
            <a:p>
              <a:pPr indent="0" lvl="0" marL="0" rtl="0" algn="l">
                <a:spcBef>
                  <a:spcPts val="0"/>
                </a:spcBef>
                <a:spcAft>
                  <a:spcPts val="0"/>
                </a:spcAft>
                <a:buNone/>
              </a:pPr>
              <a:r>
                <a:t/>
              </a:r>
              <a:endParaRPr sz="1176">
                <a:solidFill>
                  <a:schemeClr val="lt1"/>
                </a:solidFill>
                <a:latin typeface="Archivo"/>
                <a:ea typeface="Archivo"/>
                <a:cs typeface="Archivo"/>
                <a:sym typeface="Archivo"/>
              </a:endParaRPr>
            </a:p>
          </p:txBody>
        </p:sp>
        <p:sp>
          <p:nvSpPr>
            <p:cNvPr id="1767" name="Google Shape;1767;p41"/>
            <p:cNvSpPr txBox="1"/>
            <p:nvPr/>
          </p:nvSpPr>
          <p:spPr>
            <a:xfrm>
              <a:off x="4770825" y="1145000"/>
              <a:ext cx="3293400" cy="3598800"/>
            </a:xfrm>
            <a:prstGeom prst="rect">
              <a:avLst/>
            </a:prstGeom>
            <a:solidFill>
              <a:srgbClr val="97DEEB"/>
            </a:solidFill>
            <a:ln cap="flat" cmpd="sng" w="9525">
              <a:solidFill>
                <a:schemeClr val="lt1"/>
              </a:solidFill>
              <a:prstDash val="solid"/>
              <a:round/>
              <a:headEnd len="sm" w="sm" type="none"/>
              <a:tailEnd len="sm" w="sm" type="none"/>
            </a:ln>
          </p:spPr>
          <p:txBody>
            <a:bodyPr anchorCtr="0" anchor="t" bIns="82675" lIns="82675" spcFirstLastPara="1" rIns="82675" wrap="square" tIns="82675">
              <a:noAutofit/>
            </a:bodyPr>
            <a:lstStyle/>
            <a:p>
              <a:pPr indent="0" lvl="0" marL="0" rtl="0" algn="l">
                <a:spcBef>
                  <a:spcPts val="0"/>
                </a:spcBef>
                <a:spcAft>
                  <a:spcPts val="0"/>
                </a:spcAft>
                <a:buNone/>
              </a:pPr>
              <a:r>
                <a:t/>
              </a:r>
              <a:endParaRPr sz="1176">
                <a:solidFill>
                  <a:schemeClr val="lt1"/>
                </a:solidFill>
                <a:latin typeface="Archivo"/>
                <a:ea typeface="Archivo"/>
                <a:cs typeface="Archivo"/>
                <a:sym typeface="Archivo"/>
              </a:endParaRPr>
            </a:p>
            <a:p>
              <a:pPr indent="0" lvl="0" marL="0" rtl="0" algn="l">
                <a:spcBef>
                  <a:spcPts val="0"/>
                </a:spcBef>
                <a:spcAft>
                  <a:spcPts val="0"/>
                </a:spcAft>
                <a:buNone/>
              </a:pPr>
              <a:r>
                <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Circuit selection limited to literature-supported sludge organisms</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Biological interactions simplified into abstracted interaction models</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Dependence on predefined categories</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Limited parameter availability for accurate kinetic modeling</a:t>
              </a:r>
              <a:endParaRPr sz="1176">
                <a:solidFill>
                  <a:schemeClr val="lt1"/>
                </a:solidFill>
                <a:latin typeface="Archivo"/>
                <a:ea typeface="Archivo"/>
                <a:cs typeface="Archivo"/>
                <a:sym typeface="Archivo"/>
              </a:endParaRPr>
            </a:p>
            <a:p>
              <a:pPr indent="-281387" lvl="0" marL="413466" rtl="0" algn="l">
                <a:spcBef>
                  <a:spcPts val="0"/>
                </a:spcBef>
                <a:spcAft>
                  <a:spcPts val="0"/>
                </a:spcAft>
                <a:buClr>
                  <a:schemeClr val="lt1"/>
                </a:buClr>
                <a:buSzPts val="1176"/>
                <a:buFont typeface="Archivo"/>
                <a:buChar char="●"/>
              </a:pPr>
              <a:r>
                <a:rPr lang="en" sz="1176">
                  <a:solidFill>
                    <a:schemeClr val="lt1"/>
                  </a:solidFill>
                  <a:latin typeface="Archivo"/>
                  <a:ea typeface="Archivo"/>
                  <a:cs typeface="Archivo"/>
                  <a:sym typeface="Archivo"/>
                </a:rPr>
                <a:t>Simulation must remain computationally efficient for real-time use</a:t>
              </a:r>
              <a:endParaRPr sz="1176">
                <a:solidFill>
                  <a:schemeClr val="lt1"/>
                </a:solidFill>
                <a:latin typeface="Archivo"/>
                <a:ea typeface="Archivo"/>
                <a:cs typeface="Archivo"/>
                <a:sym typeface="Archivo"/>
              </a:endParaRPr>
            </a:p>
          </p:txBody>
        </p:sp>
        <p:sp>
          <p:nvSpPr>
            <p:cNvPr id="1768" name="Google Shape;1768;p41"/>
            <p:cNvSpPr txBox="1"/>
            <p:nvPr/>
          </p:nvSpPr>
          <p:spPr>
            <a:xfrm>
              <a:off x="4770825" y="1145000"/>
              <a:ext cx="3293400" cy="4947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t" bIns="82675" lIns="82675" spcFirstLastPara="1" rIns="82675" wrap="square" tIns="82675">
              <a:noAutofit/>
            </a:bodyPr>
            <a:lstStyle/>
            <a:p>
              <a:pPr indent="0" lvl="0" marL="0" rtl="0" algn="ctr">
                <a:spcBef>
                  <a:spcPts val="0"/>
                </a:spcBef>
                <a:spcAft>
                  <a:spcPts val="0"/>
                </a:spcAft>
                <a:buNone/>
              </a:pPr>
              <a:r>
                <a:rPr b="1" lang="en" sz="1628">
                  <a:solidFill>
                    <a:schemeClr val="lt1"/>
                  </a:solidFill>
                  <a:latin typeface="Archivo"/>
                  <a:ea typeface="Archivo"/>
                  <a:cs typeface="Archivo"/>
                  <a:sym typeface="Archivo"/>
                </a:rPr>
                <a:t>Design Constraints</a:t>
              </a:r>
              <a:endParaRPr b="1" sz="1628">
                <a:solidFill>
                  <a:schemeClr val="lt1"/>
                </a:solidFill>
                <a:latin typeface="Archivo"/>
                <a:ea typeface="Archivo"/>
                <a:cs typeface="Archivo"/>
                <a:sym typeface="Archivo"/>
              </a:endParaRPr>
            </a:p>
          </p:txBody>
        </p:sp>
        <p:sp>
          <p:nvSpPr>
            <p:cNvPr id="1769" name="Google Shape;1769;p41"/>
            <p:cNvSpPr txBox="1"/>
            <p:nvPr/>
          </p:nvSpPr>
          <p:spPr>
            <a:xfrm>
              <a:off x="1477425" y="1145000"/>
              <a:ext cx="3293400" cy="4947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t" bIns="82675" lIns="82675" spcFirstLastPara="1" rIns="82675" wrap="square" tIns="82675">
              <a:noAutofit/>
            </a:bodyPr>
            <a:lstStyle/>
            <a:p>
              <a:pPr indent="0" lvl="0" marL="0" rtl="0" algn="ctr">
                <a:spcBef>
                  <a:spcPts val="0"/>
                </a:spcBef>
                <a:spcAft>
                  <a:spcPts val="0"/>
                </a:spcAft>
                <a:buNone/>
              </a:pPr>
              <a:r>
                <a:rPr b="1" lang="en" sz="1628">
                  <a:solidFill>
                    <a:schemeClr val="lt1"/>
                  </a:solidFill>
                  <a:latin typeface="Archivo"/>
                  <a:ea typeface="Archivo"/>
                  <a:cs typeface="Archivo"/>
                  <a:sym typeface="Archivo"/>
                </a:rPr>
                <a:t>Design Requirements</a:t>
              </a:r>
              <a:endParaRPr b="1" sz="1628">
                <a:solidFill>
                  <a:schemeClr val="lt1"/>
                </a:solidFill>
                <a:latin typeface="Archivo"/>
                <a:ea typeface="Archivo"/>
                <a:cs typeface="Archivo"/>
                <a:sym typeface="Archivo"/>
              </a:endParaRPr>
            </a:p>
          </p:txBody>
        </p:sp>
      </p:grpSp>
      <p:sp>
        <p:nvSpPr>
          <p:cNvPr id="1770" name="Google Shape;1770;p41"/>
          <p:cNvSpPr txBox="1"/>
          <p:nvPr/>
        </p:nvSpPr>
        <p:spPr>
          <a:xfrm>
            <a:off x="5136925" y="3760725"/>
            <a:ext cx="3725700" cy="10467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6"/>
                </a:solidFill>
              </a:rPr>
              <a:t>System enforces requirements by filtering circuits based on predefined interaction categories and standardized components before simulation </a:t>
            </a:r>
            <a:endParaRPr>
              <a:solidFill>
                <a:schemeClr val="accent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42"/>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Literature Review that was used for Knox </a:t>
            </a:r>
            <a:r>
              <a:rPr lang="en" sz="2400"/>
              <a:t>circuits</a:t>
            </a:r>
            <a:endParaRPr sz="2400"/>
          </a:p>
        </p:txBody>
      </p:sp>
      <p:grpSp>
        <p:nvGrpSpPr>
          <p:cNvPr id="1776" name="Google Shape;1776;p42"/>
          <p:cNvGrpSpPr/>
          <p:nvPr/>
        </p:nvGrpSpPr>
        <p:grpSpPr>
          <a:xfrm rot="1149490">
            <a:off x="7105201" y="3493418"/>
            <a:ext cx="1331684" cy="985750"/>
            <a:chOff x="1802638" y="3918302"/>
            <a:chExt cx="842383" cy="623556"/>
          </a:xfrm>
        </p:grpSpPr>
        <p:sp>
          <p:nvSpPr>
            <p:cNvPr id="1777" name="Google Shape;1777;p42"/>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2"/>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2"/>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2"/>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2"/>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2"/>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2"/>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84" name="Google Shape;1784;p42"/>
          <p:cNvPicPr preferRelativeResize="0"/>
          <p:nvPr/>
        </p:nvPicPr>
        <p:blipFill>
          <a:blip r:embed="rId3">
            <a:alphaModFix/>
          </a:blip>
          <a:stretch>
            <a:fillRect/>
          </a:stretch>
        </p:blipFill>
        <p:spPr>
          <a:xfrm>
            <a:off x="685721" y="1490106"/>
            <a:ext cx="4030506" cy="3403969"/>
          </a:xfrm>
          <a:prstGeom prst="rect">
            <a:avLst/>
          </a:prstGeom>
          <a:noFill/>
          <a:ln>
            <a:noFill/>
          </a:ln>
        </p:spPr>
      </p:pic>
      <p:pic>
        <p:nvPicPr>
          <p:cNvPr id="1785" name="Google Shape;1785;p42"/>
          <p:cNvPicPr preferRelativeResize="0"/>
          <p:nvPr/>
        </p:nvPicPr>
        <p:blipFill>
          <a:blip r:embed="rId4">
            <a:alphaModFix/>
          </a:blip>
          <a:stretch>
            <a:fillRect/>
          </a:stretch>
        </p:blipFill>
        <p:spPr>
          <a:xfrm>
            <a:off x="4797883" y="1490100"/>
            <a:ext cx="3903941" cy="3403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43"/>
          <p:cNvSpPr txBox="1"/>
          <p:nvPr>
            <p:ph type="title"/>
          </p:nvPr>
        </p:nvSpPr>
        <p:spPr>
          <a:xfrm>
            <a:off x="720000" y="448056"/>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Short Specification: Knox Circuit Examples</a:t>
            </a:r>
            <a:endParaRPr sz="2400"/>
          </a:p>
        </p:txBody>
      </p:sp>
      <p:grpSp>
        <p:nvGrpSpPr>
          <p:cNvPr id="1791" name="Google Shape;1791;p43"/>
          <p:cNvGrpSpPr/>
          <p:nvPr/>
        </p:nvGrpSpPr>
        <p:grpSpPr>
          <a:xfrm rot="1149490">
            <a:off x="7105201" y="3493418"/>
            <a:ext cx="1331684" cy="985750"/>
            <a:chOff x="1802638" y="3918302"/>
            <a:chExt cx="842383" cy="623556"/>
          </a:xfrm>
        </p:grpSpPr>
        <p:sp>
          <p:nvSpPr>
            <p:cNvPr id="1792" name="Google Shape;1792;p43"/>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3"/>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3"/>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3"/>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3"/>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3"/>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3"/>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9" name="Google Shape;1799;p43"/>
          <p:cNvGrpSpPr/>
          <p:nvPr/>
        </p:nvGrpSpPr>
        <p:grpSpPr>
          <a:xfrm>
            <a:off x="898950" y="1106931"/>
            <a:ext cx="3535361" cy="2929642"/>
            <a:chOff x="4876178" y="1523800"/>
            <a:chExt cx="3918600" cy="2808322"/>
          </a:xfrm>
        </p:grpSpPr>
        <p:sp>
          <p:nvSpPr>
            <p:cNvPr id="1800" name="Google Shape;1800;p43"/>
            <p:cNvSpPr/>
            <p:nvPr/>
          </p:nvSpPr>
          <p:spPr>
            <a:xfrm>
              <a:off x="4876178" y="1594322"/>
              <a:ext cx="3918600" cy="2737800"/>
            </a:xfrm>
            <a:prstGeom prst="roundRect">
              <a:avLst>
                <a:gd fmla="val 16667" name="adj"/>
              </a:avLst>
            </a:prstGeom>
            <a:solidFill>
              <a:srgbClr val="FFFFFF"/>
            </a:solidFill>
            <a:ln cap="flat" cmpd="sng" w="10100">
              <a:solidFill>
                <a:schemeClr val="dk2"/>
              </a:solidFill>
              <a:prstDash val="solid"/>
              <a:round/>
              <a:headEnd len="sm" w="sm" type="none"/>
              <a:tailEnd len="sm" w="sm" type="none"/>
            </a:ln>
          </p:spPr>
          <p:txBody>
            <a:bodyPr anchorCtr="0" anchor="ctr" bIns="96925" lIns="96925" spcFirstLastPara="1" rIns="96925" wrap="square" tIns="96925">
              <a:noAutofit/>
            </a:bodyPr>
            <a:lstStyle/>
            <a:p>
              <a:pPr indent="0" lvl="0" marL="0" rtl="0" algn="ctr">
                <a:spcBef>
                  <a:spcPts val="0"/>
                </a:spcBef>
                <a:spcAft>
                  <a:spcPts val="0"/>
                </a:spcAft>
                <a:buNone/>
              </a:pPr>
              <a:r>
                <a:t/>
              </a:r>
              <a:endParaRPr sz="1484">
                <a:latin typeface="Archivo"/>
                <a:ea typeface="Archivo"/>
                <a:cs typeface="Archivo"/>
                <a:sym typeface="Archivo"/>
              </a:endParaRPr>
            </a:p>
          </p:txBody>
        </p:sp>
        <p:pic>
          <p:nvPicPr>
            <p:cNvPr id="1801" name="Google Shape;1801;p43"/>
            <p:cNvPicPr preferRelativeResize="0"/>
            <p:nvPr/>
          </p:nvPicPr>
          <p:blipFill rotWithShape="1">
            <a:blip r:embed="rId3">
              <a:alphaModFix/>
            </a:blip>
            <a:srcRect b="-1004" l="8484" r="0" t="15891"/>
            <a:stretch/>
          </p:blipFill>
          <p:spPr>
            <a:xfrm>
              <a:off x="5543708" y="1779951"/>
              <a:ext cx="2478478" cy="2552132"/>
            </a:xfrm>
            <a:prstGeom prst="rect">
              <a:avLst/>
            </a:prstGeom>
            <a:noFill/>
            <a:ln>
              <a:noFill/>
            </a:ln>
          </p:spPr>
        </p:pic>
        <p:sp>
          <p:nvSpPr>
            <p:cNvPr id="1802" name="Google Shape;1802;p43"/>
            <p:cNvSpPr txBox="1"/>
            <p:nvPr/>
          </p:nvSpPr>
          <p:spPr>
            <a:xfrm>
              <a:off x="5209895" y="1523800"/>
              <a:ext cx="3146100" cy="360000"/>
            </a:xfrm>
            <a:prstGeom prst="rect">
              <a:avLst/>
            </a:prstGeom>
            <a:noFill/>
            <a:ln>
              <a:noFill/>
            </a:ln>
          </p:spPr>
          <p:txBody>
            <a:bodyPr anchorCtr="0" anchor="t" bIns="96925" lIns="96925" spcFirstLastPara="1" rIns="96925" wrap="square" tIns="96925">
              <a:noAutofit/>
            </a:bodyPr>
            <a:lstStyle/>
            <a:p>
              <a:pPr indent="0" lvl="0" marL="0" rtl="0" algn="ctr">
                <a:spcBef>
                  <a:spcPts val="0"/>
                </a:spcBef>
                <a:spcAft>
                  <a:spcPts val="0"/>
                </a:spcAft>
                <a:buNone/>
              </a:pPr>
              <a:r>
                <a:rPr b="1" lang="en" sz="1684">
                  <a:latin typeface="Archivo"/>
                  <a:ea typeface="Archivo"/>
                  <a:cs typeface="Archivo"/>
                  <a:sym typeface="Archivo"/>
                </a:rPr>
                <a:t>Ecoli_K</a:t>
              </a:r>
              <a:endParaRPr b="1" sz="1684">
                <a:latin typeface="Archivo"/>
                <a:ea typeface="Archivo"/>
                <a:cs typeface="Archivo"/>
                <a:sym typeface="Archivo"/>
              </a:endParaRPr>
            </a:p>
          </p:txBody>
        </p:sp>
      </p:grpSp>
      <p:grpSp>
        <p:nvGrpSpPr>
          <p:cNvPr id="1803" name="Google Shape;1803;p43"/>
          <p:cNvGrpSpPr/>
          <p:nvPr/>
        </p:nvGrpSpPr>
        <p:grpSpPr>
          <a:xfrm>
            <a:off x="4702600" y="1106931"/>
            <a:ext cx="3535361" cy="2929643"/>
            <a:chOff x="4102825" y="1106931"/>
            <a:chExt cx="3535361" cy="2929643"/>
          </a:xfrm>
        </p:grpSpPr>
        <p:grpSp>
          <p:nvGrpSpPr>
            <p:cNvPr id="1804" name="Google Shape;1804;p43"/>
            <p:cNvGrpSpPr/>
            <p:nvPr/>
          </p:nvGrpSpPr>
          <p:grpSpPr>
            <a:xfrm>
              <a:off x="4102825" y="1106931"/>
              <a:ext cx="3535361" cy="2929642"/>
              <a:chOff x="4876178" y="1523800"/>
              <a:chExt cx="3918600" cy="2808322"/>
            </a:xfrm>
          </p:grpSpPr>
          <p:sp>
            <p:nvSpPr>
              <p:cNvPr id="1805" name="Google Shape;1805;p43"/>
              <p:cNvSpPr/>
              <p:nvPr/>
            </p:nvSpPr>
            <p:spPr>
              <a:xfrm>
                <a:off x="4876178" y="1594322"/>
                <a:ext cx="3918600" cy="2737800"/>
              </a:xfrm>
              <a:prstGeom prst="roundRect">
                <a:avLst>
                  <a:gd fmla="val 16667" name="adj"/>
                </a:avLst>
              </a:prstGeom>
              <a:solidFill>
                <a:srgbClr val="FFFFFF"/>
              </a:solidFill>
              <a:ln cap="flat" cmpd="sng" w="10100">
                <a:solidFill>
                  <a:schemeClr val="dk2"/>
                </a:solidFill>
                <a:prstDash val="solid"/>
                <a:round/>
                <a:headEnd len="sm" w="sm" type="none"/>
                <a:tailEnd len="sm" w="sm" type="none"/>
              </a:ln>
            </p:spPr>
            <p:txBody>
              <a:bodyPr anchorCtr="0" anchor="ctr" bIns="96925" lIns="96925" spcFirstLastPara="1" rIns="96925" wrap="square" tIns="96925">
                <a:noAutofit/>
              </a:bodyPr>
              <a:lstStyle/>
              <a:p>
                <a:pPr indent="0" lvl="0" marL="0" rtl="0" algn="ctr">
                  <a:spcBef>
                    <a:spcPts val="0"/>
                  </a:spcBef>
                  <a:spcAft>
                    <a:spcPts val="0"/>
                  </a:spcAft>
                  <a:buNone/>
                </a:pPr>
                <a:r>
                  <a:t/>
                </a:r>
                <a:endParaRPr sz="1484">
                  <a:latin typeface="Archivo"/>
                  <a:ea typeface="Archivo"/>
                  <a:cs typeface="Archivo"/>
                  <a:sym typeface="Archivo"/>
                </a:endParaRPr>
              </a:p>
            </p:txBody>
          </p:sp>
          <p:sp>
            <p:nvSpPr>
              <p:cNvPr id="1806" name="Google Shape;1806;p43"/>
              <p:cNvSpPr txBox="1"/>
              <p:nvPr/>
            </p:nvSpPr>
            <p:spPr>
              <a:xfrm>
                <a:off x="5209895" y="1523800"/>
                <a:ext cx="3146100" cy="360000"/>
              </a:xfrm>
              <a:prstGeom prst="rect">
                <a:avLst/>
              </a:prstGeom>
              <a:noFill/>
              <a:ln>
                <a:noFill/>
              </a:ln>
            </p:spPr>
            <p:txBody>
              <a:bodyPr anchorCtr="0" anchor="t" bIns="96925" lIns="96925" spcFirstLastPara="1" rIns="96925" wrap="square" tIns="96925">
                <a:noAutofit/>
              </a:bodyPr>
              <a:lstStyle/>
              <a:p>
                <a:pPr indent="0" lvl="0" marL="0" rtl="0" algn="ctr">
                  <a:spcBef>
                    <a:spcPts val="0"/>
                  </a:spcBef>
                  <a:spcAft>
                    <a:spcPts val="0"/>
                  </a:spcAft>
                  <a:buNone/>
                </a:pPr>
                <a:r>
                  <a:rPr b="1" lang="en" sz="1684">
                    <a:latin typeface="Archivo"/>
                    <a:ea typeface="Archivo"/>
                    <a:cs typeface="Archivo"/>
                    <a:sym typeface="Archivo"/>
                  </a:rPr>
                  <a:t>Luxl_LuxR</a:t>
                </a:r>
                <a:endParaRPr b="1" sz="1684">
                  <a:latin typeface="Archivo"/>
                  <a:ea typeface="Archivo"/>
                  <a:cs typeface="Archivo"/>
                  <a:sym typeface="Archivo"/>
                </a:endParaRPr>
              </a:p>
            </p:txBody>
          </p:sp>
        </p:grpSp>
        <p:pic>
          <p:nvPicPr>
            <p:cNvPr id="1807" name="Google Shape;1807;p43"/>
            <p:cNvPicPr preferRelativeResize="0"/>
            <p:nvPr/>
          </p:nvPicPr>
          <p:blipFill rotWithShape="1">
            <a:blip r:embed="rId4">
              <a:alphaModFix/>
            </a:blip>
            <a:srcRect b="6571" l="5838" r="0" t="17900"/>
            <a:stretch/>
          </p:blipFill>
          <p:spPr>
            <a:xfrm>
              <a:off x="4609000" y="1540325"/>
              <a:ext cx="2613675" cy="2496250"/>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sp>
        <p:nvSpPr>
          <p:cNvPr id="1812" name="Google Shape;1812;p44"/>
          <p:cNvSpPr txBox="1"/>
          <p:nvPr>
            <p:ph type="title"/>
          </p:nvPr>
        </p:nvSpPr>
        <p:spPr>
          <a:xfrm>
            <a:off x="1084875" y="2319625"/>
            <a:ext cx="47424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Detailed Functionality</a:t>
            </a:r>
            <a:endParaRPr sz="3400"/>
          </a:p>
        </p:txBody>
      </p:sp>
      <p:sp>
        <p:nvSpPr>
          <p:cNvPr id="1813" name="Google Shape;1813;p44"/>
          <p:cNvSpPr txBox="1"/>
          <p:nvPr>
            <p:ph idx="2" type="title"/>
          </p:nvPr>
        </p:nvSpPr>
        <p:spPr>
          <a:xfrm>
            <a:off x="1084875" y="1362375"/>
            <a:ext cx="14262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814" name="Google Shape;1814;p44"/>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5" name="Google Shape;1815;p44"/>
          <p:cNvGrpSpPr/>
          <p:nvPr/>
        </p:nvGrpSpPr>
        <p:grpSpPr>
          <a:xfrm flipH="1" rot="-5400000">
            <a:off x="3928581" y="3185105"/>
            <a:ext cx="499553" cy="2785577"/>
            <a:chOff x="1273225" y="238125"/>
            <a:chExt cx="911925" cy="5085025"/>
          </a:xfrm>
        </p:grpSpPr>
        <p:sp>
          <p:nvSpPr>
            <p:cNvPr id="1816" name="Google Shape;1816;p4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6" name="Google Shape;1866;p44"/>
          <p:cNvGrpSpPr/>
          <p:nvPr/>
        </p:nvGrpSpPr>
        <p:grpSpPr>
          <a:xfrm flipH="1" rot="-5400000">
            <a:off x="4745356" y="-947945"/>
            <a:ext cx="499553" cy="2785577"/>
            <a:chOff x="1273225" y="238125"/>
            <a:chExt cx="911925" cy="5085025"/>
          </a:xfrm>
        </p:grpSpPr>
        <p:sp>
          <p:nvSpPr>
            <p:cNvPr id="1867" name="Google Shape;1867;p44"/>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4"/>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4"/>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4"/>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4"/>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4"/>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4"/>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4"/>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4"/>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4"/>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4"/>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4"/>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4"/>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4"/>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4"/>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4"/>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4"/>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4"/>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4"/>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4"/>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4"/>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4"/>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4"/>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4"/>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4"/>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4"/>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4"/>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4"/>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4"/>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4"/>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4"/>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4"/>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4"/>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4"/>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4"/>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4"/>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4"/>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4"/>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4"/>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4"/>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4"/>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4"/>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4"/>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4"/>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4"/>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4"/>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4"/>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4"/>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4"/>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4"/>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7" name="Google Shape;1917;p44"/>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4"/>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4"/>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4"/>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4"/>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2" name="Google Shape;1922;p44"/>
          <p:cNvGrpSpPr/>
          <p:nvPr/>
        </p:nvGrpSpPr>
        <p:grpSpPr>
          <a:xfrm rot="-557409">
            <a:off x="6444650" y="1848678"/>
            <a:ext cx="1425014" cy="1663168"/>
            <a:chOff x="7465672" y="289734"/>
            <a:chExt cx="1252291" cy="1461579"/>
          </a:xfrm>
        </p:grpSpPr>
        <p:grpSp>
          <p:nvGrpSpPr>
            <p:cNvPr id="1923" name="Google Shape;1923;p44"/>
            <p:cNvGrpSpPr/>
            <p:nvPr/>
          </p:nvGrpSpPr>
          <p:grpSpPr>
            <a:xfrm>
              <a:off x="7487656" y="355838"/>
              <a:ext cx="1207160" cy="1395475"/>
              <a:chOff x="3175275" y="1812900"/>
              <a:chExt cx="3155975" cy="3648300"/>
            </a:xfrm>
          </p:grpSpPr>
          <p:sp>
            <p:nvSpPr>
              <p:cNvPr id="1924" name="Google Shape;1924;p44"/>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4"/>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4"/>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7" name="Google Shape;1927;p44"/>
            <p:cNvGrpSpPr/>
            <p:nvPr/>
          </p:nvGrpSpPr>
          <p:grpSpPr>
            <a:xfrm>
              <a:off x="7465672" y="289734"/>
              <a:ext cx="1252291" cy="1217182"/>
              <a:chOff x="3081110" y="1328184"/>
              <a:chExt cx="3273964" cy="3182176"/>
            </a:xfrm>
          </p:grpSpPr>
          <p:sp>
            <p:nvSpPr>
              <p:cNvPr id="1928" name="Google Shape;1928;p44"/>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4"/>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4"/>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4"/>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32" name="Google Shape;1932;p44"/>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4"/>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45"/>
          <p:cNvSpPr txBox="1"/>
          <p:nvPr>
            <p:ph type="title"/>
          </p:nvPr>
        </p:nvSpPr>
        <p:spPr>
          <a:xfrm>
            <a:off x="764200" y="1194497"/>
            <a:ext cx="7710900" cy="31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Step 1) Create the Knox circuits</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a:solidFill>
                  <a:srgbClr val="FFFFFF"/>
                </a:solidFill>
              </a:rPr>
              <a:t>Step 2) Find the relevant ODEs from goldbar circuits (lit review)</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a:solidFill>
                  <a:srgbClr val="FFFFFF"/>
                </a:solidFill>
              </a:rPr>
              <a:t>Step 3) Run Claude to make xml file to run simulation in iBioSim</a:t>
            </a:r>
            <a:endParaRPr>
              <a:solidFill>
                <a:srgbClr val="FFFFFF"/>
              </a:solidFill>
            </a:endParaRPr>
          </a:p>
          <a:p>
            <a:pPr indent="0" lvl="0" marL="457200" rtl="0" algn="l">
              <a:spcBef>
                <a:spcPts val="0"/>
              </a:spcBef>
              <a:spcAft>
                <a:spcPts val="0"/>
              </a:spcAft>
              <a:buNone/>
            </a:pPr>
            <a:r>
              <a:t/>
            </a:r>
            <a:endParaRPr>
              <a:solidFill>
                <a:srgbClr val="FFFFFF"/>
              </a:solidFill>
            </a:endParaRPr>
          </a:p>
        </p:txBody>
      </p:sp>
      <p:sp>
        <p:nvSpPr>
          <p:cNvPr id="1939" name="Google Shape;1939;p45"/>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0" name="Google Shape;1940;p45"/>
          <p:cNvGrpSpPr/>
          <p:nvPr/>
        </p:nvGrpSpPr>
        <p:grpSpPr>
          <a:xfrm rot="-5754368">
            <a:off x="102574" y="3979769"/>
            <a:ext cx="842390" cy="623561"/>
            <a:chOff x="1802638" y="3918302"/>
            <a:chExt cx="842383" cy="623556"/>
          </a:xfrm>
        </p:grpSpPr>
        <p:sp>
          <p:nvSpPr>
            <p:cNvPr id="1941" name="Google Shape;1941;p45"/>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5"/>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5"/>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5"/>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5"/>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5"/>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5"/>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8" name="Google Shape;1948;p45"/>
          <p:cNvGrpSpPr/>
          <p:nvPr/>
        </p:nvGrpSpPr>
        <p:grpSpPr>
          <a:xfrm rot="3214149">
            <a:off x="7822329" y="1543340"/>
            <a:ext cx="341583" cy="347323"/>
            <a:chOff x="3690975" y="407750"/>
            <a:chExt cx="976647" cy="993288"/>
          </a:xfrm>
        </p:grpSpPr>
        <p:sp>
          <p:nvSpPr>
            <p:cNvPr id="1949" name="Google Shape;1949;p45"/>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5"/>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5"/>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5"/>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5"/>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5"/>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5" name="Google Shape;1955;p45"/>
          <p:cNvSpPr txBox="1"/>
          <p:nvPr/>
        </p:nvSpPr>
        <p:spPr>
          <a:xfrm>
            <a:off x="115875" y="202750"/>
            <a:ext cx="97428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solidFill>
                  <a:schemeClr val="dk1"/>
                </a:solidFill>
                <a:latin typeface="Outfit"/>
                <a:ea typeface="Outfit"/>
                <a:cs typeface="Outfit"/>
                <a:sym typeface="Outfit"/>
              </a:rPr>
              <a:t>Detailed </a:t>
            </a:r>
            <a:r>
              <a:rPr b="1" lang="en" sz="3500">
                <a:solidFill>
                  <a:schemeClr val="dk1"/>
                </a:solidFill>
                <a:latin typeface="Outfit"/>
                <a:ea typeface="Outfit"/>
                <a:cs typeface="Outfit"/>
                <a:sym typeface="Outfit"/>
              </a:rPr>
              <a:t>Workflow</a:t>
            </a:r>
            <a:r>
              <a:rPr b="1" lang="en" sz="3500">
                <a:solidFill>
                  <a:schemeClr val="dk1"/>
                </a:solidFill>
                <a:latin typeface="Outfit"/>
                <a:ea typeface="Outfit"/>
                <a:cs typeface="Outfit"/>
                <a:sym typeface="Outfit"/>
              </a:rPr>
              <a:t> for </a:t>
            </a:r>
            <a:r>
              <a:rPr b="1" lang="en" sz="3500">
                <a:solidFill>
                  <a:schemeClr val="dk1"/>
                </a:solidFill>
                <a:latin typeface="Outfit"/>
                <a:ea typeface="Outfit"/>
                <a:cs typeface="Outfit"/>
                <a:sym typeface="Outfit"/>
              </a:rPr>
              <a:t>Simulation Creation</a:t>
            </a:r>
            <a:r>
              <a:rPr b="1" lang="en" sz="3500">
                <a:solidFill>
                  <a:schemeClr val="dk1"/>
                </a:solidFill>
                <a:latin typeface="Outfit"/>
                <a:ea typeface="Outfit"/>
                <a:cs typeface="Outfit"/>
                <a:sym typeface="Outfit"/>
              </a:rPr>
              <a:t>:</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9" name="Shape 1959"/>
        <p:cNvGrpSpPr/>
        <p:nvPr/>
      </p:nvGrpSpPr>
      <p:grpSpPr>
        <a:xfrm>
          <a:off x="0" y="0"/>
          <a:ext cx="0" cy="0"/>
          <a:chOff x="0" y="0"/>
          <a:chExt cx="0" cy="0"/>
        </a:xfrm>
      </p:grpSpPr>
      <p:sp>
        <p:nvSpPr>
          <p:cNvPr id="1960" name="Google Shape;1960;p46"/>
          <p:cNvSpPr txBox="1"/>
          <p:nvPr>
            <p:ph type="title"/>
          </p:nvPr>
        </p:nvSpPr>
        <p:spPr>
          <a:xfrm>
            <a:off x="720000" y="44804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Functionality: Parameters</a:t>
            </a:r>
            <a:endParaRPr/>
          </a:p>
        </p:txBody>
      </p:sp>
      <p:sp>
        <p:nvSpPr>
          <p:cNvPr id="1961" name="Google Shape;1961;p46"/>
          <p:cNvSpPr txBox="1"/>
          <p:nvPr>
            <p:ph idx="1" type="subTitle"/>
          </p:nvPr>
        </p:nvSpPr>
        <p:spPr>
          <a:xfrm>
            <a:off x="909750" y="1644525"/>
            <a:ext cx="6738900" cy="2274300"/>
          </a:xfrm>
          <a:prstGeom prst="rect">
            <a:avLst/>
          </a:prstGeom>
          <a:ln>
            <a:noFill/>
          </a:ln>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b="1" lang="en" sz="1700">
                <a:latin typeface="Arial"/>
                <a:ea typeface="Arial"/>
                <a:cs typeface="Arial"/>
                <a:sym typeface="Arial"/>
              </a:rPr>
              <a:t>Cross-feeding</a:t>
            </a:r>
            <a:r>
              <a:rPr lang="en" sz="1700">
                <a:latin typeface="Arial"/>
                <a:ea typeface="Arial"/>
                <a:cs typeface="Arial"/>
                <a:sym typeface="Arial"/>
              </a:rPr>
              <a:t> — obligate amino acid mutualism</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Kill switches</a:t>
            </a:r>
            <a:r>
              <a:rPr lang="en" sz="1700">
                <a:latin typeface="Arial"/>
                <a:ea typeface="Arial"/>
                <a:cs typeface="Arial"/>
                <a:sym typeface="Arial"/>
              </a:rPr>
              <a:t> — biosafety via toxin-antitoxin</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Electroactivity</a:t>
            </a:r>
            <a:r>
              <a:rPr lang="en" sz="1700">
                <a:latin typeface="Arial"/>
                <a:ea typeface="Arial"/>
                <a:cs typeface="Arial"/>
                <a:sym typeface="Arial"/>
              </a:rPr>
              <a:t> — EET cytochrome current boost</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Nitrification</a:t>
            </a:r>
            <a:r>
              <a:rPr lang="en" sz="1700">
                <a:latin typeface="Arial"/>
                <a:ea typeface="Arial"/>
                <a:cs typeface="Arial"/>
                <a:sym typeface="Arial"/>
              </a:rPr>
              <a:t> — ammonia to nitrate oxidation</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Denitrification</a:t>
            </a:r>
            <a:r>
              <a:rPr lang="en" sz="1700">
                <a:latin typeface="Arial"/>
                <a:ea typeface="Arial"/>
                <a:cs typeface="Arial"/>
                <a:sym typeface="Arial"/>
              </a:rPr>
              <a:t> — nitrate to N₂ reduction</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Production</a:t>
            </a:r>
            <a:r>
              <a:rPr lang="en" sz="1700">
                <a:latin typeface="Arial"/>
                <a:ea typeface="Arial"/>
                <a:cs typeface="Arial"/>
                <a:sym typeface="Arial"/>
              </a:rPr>
              <a:t> — valuable secondary metabolite biosynthesis</a:t>
            </a:r>
            <a:endParaRPr sz="1700">
              <a:latin typeface="Arial"/>
              <a:ea typeface="Arial"/>
              <a:cs typeface="Arial"/>
              <a:sym typeface="Arial"/>
            </a:endParaRPr>
          </a:p>
          <a:p>
            <a:pPr indent="-336550" lvl="0" marL="457200" rtl="0" algn="l">
              <a:spcBef>
                <a:spcPts val="0"/>
              </a:spcBef>
              <a:spcAft>
                <a:spcPts val="0"/>
              </a:spcAft>
              <a:buSzPts val="1700"/>
              <a:buChar char="●"/>
            </a:pPr>
            <a:r>
              <a:rPr b="1" lang="en" sz="1700">
                <a:latin typeface="Arial"/>
                <a:ea typeface="Arial"/>
                <a:cs typeface="Arial"/>
                <a:sym typeface="Arial"/>
              </a:rPr>
              <a:t>Quorum sensing</a:t>
            </a:r>
            <a:r>
              <a:rPr lang="en" sz="1700">
                <a:latin typeface="Arial"/>
                <a:ea typeface="Arial"/>
                <a:cs typeface="Arial"/>
                <a:sym typeface="Arial"/>
              </a:rPr>
              <a:t> — cell-density-dependent coordination</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47"/>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7" name="Google Shape;1967;p47"/>
          <p:cNvGrpSpPr/>
          <p:nvPr/>
        </p:nvGrpSpPr>
        <p:grpSpPr>
          <a:xfrm rot="-5754368">
            <a:off x="809499" y="3604869"/>
            <a:ext cx="842390" cy="623561"/>
            <a:chOff x="1802638" y="3918302"/>
            <a:chExt cx="842383" cy="623556"/>
          </a:xfrm>
        </p:grpSpPr>
        <p:sp>
          <p:nvSpPr>
            <p:cNvPr id="1968" name="Google Shape;1968;p47"/>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7"/>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7"/>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7"/>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7"/>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7"/>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7"/>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5" name="Google Shape;1975;p47"/>
          <p:cNvGrpSpPr/>
          <p:nvPr/>
        </p:nvGrpSpPr>
        <p:grpSpPr>
          <a:xfrm rot="3214149">
            <a:off x="7822329" y="1543340"/>
            <a:ext cx="341583" cy="347323"/>
            <a:chOff x="3690975" y="407750"/>
            <a:chExt cx="976647" cy="993288"/>
          </a:xfrm>
        </p:grpSpPr>
        <p:sp>
          <p:nvSpPr>
            <p:cNvPr id="1976" name="Google Shape;1976;p47"/>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7"/>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7"/>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7"/>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7"/>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7"/>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2" name="Google Shape;1982;p47"/>
          <p:cNvSpPr txBox="1"/>
          <p:nvPr/>
        </p:nvSpPr>
        <p:spPr>
          <a:xfrm>
            <a:off x="604250" y="1423175"/>
            <a:ext cx="2144400" cy="1641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accent3"/>
              </a:buClr>
              <a:buSzPts val="1400"/>
              <a:buFont typeface="Archivo"/>
              <a:buChar char="●"/>
            </a:pPr>
            <a:r>
              <a:rPr lang="en">
                <a:solidFill>
                  <a:schemeClr val="accent3"/>
                </a:solidFill>
                <a:latin typeface="Archivo"/>
                <a:ea typeface="Archivo"/>
                <a:cs typeface="Archivo"/>
                <a:sym typeface="Archivo"/>
              </a:rPr>
              <a:t>Inserted</a:t>
            </a:r>
            <a:r>
              <a:rPr lang="en">
                <a:solidFill>
                  <a:schemeClr val="accent3"/>
                </a:solidFill>
                <a:latin typeface="Archivo"/>
                <a:ea typeface="Archivo"/>
                <a:cs typeface="Archivo"/>
                <a:sym typeface="Archivo"/>
              </a:rPr>
              <a:t> equations into claude to generate SBML file</a:t>
            </a:r>
            <a:endParaRPr>
              <a:solidFill>
                <a:schemeClr val="accent3"/>
              </a:solidFill>
              <a:latin typeface="Archivo"/>
              <a:ea typeface="Archivo"/>
              <a:cs typeface="Archivo"/>
              <a:sym typeface="Archivo"/>
            </a:endParaRPr>
          </a:p>
          <a:p>
            <a:pPr indent="-317500" lvl="0" marL="457200" rtl="0" algn="l">
              <a:spcBef>
                <a:spcPts val="0"/>
              </a:spcBef>
              <a:spcAft>
                <a:spcPts val="0"/>
              </a:spcAft>
              <a:buClr>
                <a:schemeClr val="accent3"/>
              </a:buClr>
              <a:buSzPts val="1400"/>
              <a:buFont typeface="Archivo"/>
              <a:buChar char="●"/>
            </a:pPr>
            <a:r>
              <a:rPr lang="en">
                <a:solidFill>
                  <a:schemeClr val="accent3"/>
                </a:solidFill>
                <a:latin typeface="Archivo"/>
                <a:ea typeface="Archivo"/>
                <a:cs typeface="Archivo"/>
                <a:sym typeface="Archivo"/>
              </a:rPr>
              <a:t>Uploaded directly to iBioSIM</a:t>
            </a:r>
            <a:endParaRPr>
              <a:solidFill>
                <a:schemeClr val="accent3"/>
              </a:solidFill>
              <a:latin typeface="Archivo"/>
              <a:ea typeface="Archivo"/>
              <a:cs typeface="Archivo"/>
              <a:sym typeface="Archivo"/>
            </a:endParaRPr>
          </a:p>
          <a:p>
            <a:pPr indent="-317500" lvl="0" marL="457200" rtl="0" algn="l">
              <a:spcBef>
                <a:spcPts val="0"/>
              </a:spcBef>
              <a:spcAft>
                <a:spcPts val="0"/>
              </a:spcAft>
              <a:buClr>
                <a:schemeClr val="accent3"/>
              </a:buClr>
              <a:buSzPts val="1400"/>
              <a:buFont typeface="Archivo"/>
              <a:buChar char="●"/>
            </a:pPr>
            <a:r>
              <a:rPr lang="en">
                <a:solidFill>
                  <a:schemeClr val="accent3"/>
                </a:solidFill>
                <a:latin typeface="Archivo"/>
                <a:ea typeface="Archivo"/>
                <a:cs typeface="Archivo"/>
                <a:sym typeface="Archivo"/>
              </a:rPr>
              <a:t>Manually Verified</a:t>
            </a:r>
            <a:endParaRPr>
              <a:solidFill>
                <a:schemeClr val="accent3"/>
              </a:solidFill>
              <a:latin typeface="Archivo"/>
              <a:ea typeface="Archivo"/>
              <a:cs typeface="Archivo"/>
              <a:sym typeface="Archivo"/>
            </a:endParaRPr>
          </a:p>
          <a:p>
            <a:pPr indent="0" lvl="0" marL="0" rtl="0" algn="l">
              <a:spcBef>
                <a:spcPts val="0"/>
              </a:spcBef>
              <a:spcAft>
                <a:spcPts val="0"/>
              </a:spcAft>
              <a:buNone/>
            </a:pPr>
            <a:r>
              <a:t/>
            </a:r>
            <a:endParaRPr>
              <a:solidFill>
                <a:schemeClr val="accent3"/>
              </a:solidFill>
              <a:latin typeface="Archivo"/>
              <a:ea typeface="Archivo"/>
              <a:cs typeface="Archivo"/>
              <a:sym typeface="Archivo"/>
            </a:endParaRPr>
          </a:p>
          <a:p>
            <a:pPr indent="0" lvl="0" marL="0" rtl="0" algn="l">
              <a:spcBef>
                <a:spcPts val="0"/>
              </a:spcBef>
              <a:spcAft>
                <a:spcPts val="0"/>
              </a:spcAft>
              <a:buNone/>
            </a:pPr>
            <a:r>
              <a:t/>
            </a:r>
            <a:endParaRPr>
              <a:solidFill>
                <a:schemeClr val="accent3"/>
              </a:solidFill>
              <a:latin typeface="Archivo"/>
              <a:ea typeface="Archivo"/>
              <a:cs typeface="Archivo"/>
              <a:sym typeface="Archivo"/>
            </a:endParaRPr>
          </a:p>
          <a:p>
            <a:pPr indent="0" lvl="0" marL="0" rtl="0" algn="l">
              <a:spcBef>
                <a:spcPts val="0"/>
              </a:spcBef>
              <a:spcAft>
                <a:spcPts val="0"/>
              </a:spcAft>
              <a:buNone/>
            </a:pPr>
            <a:r>
              <a:t/>
            </a:r>
            <a:endParaRPr>
              <a:solidFill>
                <a:schemeClr val="accent3"/>
              </a:solidFill>
              <a:latin typeface="Archivo"/>
              <a:ea typeface="Archivo"/>
              <a:cs typeface="Archivo"/>
              <a:sym typeface="Archivo"/>
            </a:endParaRPr>
          </a:p>
          <a:p>
            <a:pPr indent="0" lvl="0" marL="0" rtl="0" algn="l">
              <a:spcBef>
                <a:spcPts val="0"/>
              </a:spcBef>
              <a:spcAft>
                <a:spcPts val="0"/>
              </a:spcAft>
              <a:buNone/>
            </a:pPr>
            <a:r>
              <a:t/>
            </a:r>
            <a:endParaRPr sz="800">
              <a:solidFill>
                <a:schemeClr val="accent3"/>
              </a:solidFill>
              <a:latin typeface="Archivo"/>
              <a:ea typeface="Archivo"/>
              <a:cs typeface="Archivo"/>
              <a:sym typeface="Archivo"/>
            </a:endParaRPr>
          </a:p>
        </p:txBody>
      </p:sp>
      <p:pic>
        <p:nvPicPr>
          <p:cNvPr id="1983" name="Google Shape;1983;p47" title="image (3).png"/>
          <p:cNvPicPr preferRelativeResize="0"/>
          <p:nvPr/>
        </p:nvPicPr>
        <p:blipFill>
          <a:blip r:embed="rId3">
            <a:alphaModFix/>
          </a:blip>
          <a:stretch>
            <a:fillRect/>
          </a:stretch>
        </p:blipFill>
        <p:spPr>
          <a:xfrm>
            <a:off x="2845338" y="1183925"/>
            <a:ext cx="5585700" cy="3414300"/>
          </a:xfrm>
          <a:prstGeom prst="roundRect">
            <a:avLst>
              <a:gd fmla="val 16667" name="adj"/>
            </a:avLst>
          </a:prstGeom>
          <a:noFill/>
          <a:ln>
            <a:noFill/>
          </a:ln>
        </p:spPr>
      </p:pic>
      <p:sp>
        <p:nvSpPr>
          <p:cNvPr id="1984" name="Google Shape;1984;p47"/>
          <p:cNvSpPr txBox="1"/>
          <p:nvPr>
            <p:ph type="title"/>
          </p:nvPr>
        </p:nvSpPr>
        <p:spPr>
          <a:xfrm>
            <a:off x="720000" y="44804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Functionality: iBioSim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48"/>
          <p:cNvSpPr txBox="1"/>
          <p:nvPr>
            <p:ph type="title"/>
          </p:nvPr>
        </p:nvSpPr>
        <p:spPr>
          <a:xfrm>
            <a:off x="720000" y="44804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Functionality: iBioSim</a:t>
            </a:r>
            <a:endParaRPr/>
          </a:p>
        </p:txBody>
      </p:sp>
      <p:sp>
        <p:nvSpPr>
          <p:cNvPr id="1990" name="Google Shape;1990;p48"/>
          <p:cNvSpPr txBox="1"/>
          <p:nvPr>
            <p:ph idx="1" type="subTitle"/>
          </p:nvPr>
        </p:nvSpPr>
        <p:spPr>
          <a:xfrm>
            <a:off x="348125" y="1427875"/>
            <a:ext cx="2985600" cy="3256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Archivo Light"/>
              <a:buChar char="●"/>
            </a:pPr>
            <a:r>
              <a:rPr lang="en"/>
              <a:t>Component Interplay</a:t>
            </a:r>
            <a:endParaRPr/>
          </a:p>
          <a:p>
            <a:pPr indent="-330200" lvl="1" marL="914400" rtl="0" algn="l">
              <a:spcBef>
                <a:spcPts val="0"/>
              </a:spcBef>
              <a:spcAft>
                <a:spcPts val="0"/>
              </a:spcAft>
              <a:buSzPts val="1600"/>
              <a:buChar char="○"/>
            </a:pPr>
            <a:r>
              <a:rPr lang="en"/>
              <a:t>E. Coli Cross Feeding</a:t>
            </a:r>
            <a:endParaRPr/>
          </a:p>
          <a:p>
            <a:pPr indent="-330200" lvl="1" marL="914400" rtl="0" algn="l">
              <a:spcBef>
                <a:spcPts val="0"/>
              </a:spcBef>
              <a:spcAft>
                <a:spcPts val="0"/>
              </a:spcAft>
              <a:buSzPts val="1600"/>
              <a:buChar char="○"/>
            </a:pPr>
            <a:r>
              <a:rPr lang="en"/>
              <a:t>Geobacter Electrogenic Co-culture</a:t>
            </a:r>
            <a:endParaRPr/>
          </a:p>
          <a:p>
            <a:pPr indent="-330200" lvl="1" marL="914400" rtl="0" algn="l">
              <a:spcBef>
                <a:spcPts val="0"/>
              </a:spcBef>
              <a:spcAft>
                <a:spcPts val="0"/>
              </a:spcAft>
              <a:buSzPts val="1600"/>
              <a:buChar char="○"/>
            </a:pPr>
            <a:r>
              <a:rPr lang="en"/>
              <a:t>MazE/MazF Kill Switch</a:t>
            </a:r>
            <a:endParaRPr/>
          </a:p>
          <a:p>
            <a:pPr indent="-330200" lvl="1" marL="914400" rtl="0" algn="l">
              <a:spcBef>
                <a:spcPts val="0"/>
              </a:spcBef>
              <a:spcAft>
                <a:spcPts val="0"/>
              </a:spcAft>
              <a:buSzPts val="1600"/>
              <a:buChar char="○"/>
            </a:pPr>
            <a:r>
              <a:rPr lang="en"/>
              <a:t>Quorum Sensing (LuxI/LuxR &amp; LuxS)</a:t>
            </a:r>
            <a:endParaRPr/>
          </a:p>
          <a:p>
            <a:pPr indent="-330200" lvl="1" marL="914400" rtl="0" algn="l">
              <a:spcBef>
                <a:spcPts val="0"/>
              </a:spcBef>
              <a:spcAft>
                <a:spcPts val="0"/>
              </a:spcAft>
              <a:buSzPts val="1600"/>
              <a:buChar char="○"/>
            </a:pPr>
            <a:r>
              <a:rPr lang="en"/>
              <a:t>Nitrogen Denitrification Cascade</a:t>
            </a:r>
            <a:endParaRPr/>
          </a:p>
          <a:p>
            <a:pPr indent="-330200" lvl="1" marL="914400" rtl="0" algn="l">
              <a:spcBef>
                <a:spcPts val="0"/>
              </a:spcBef>
              <a:spcAft>
                <a:spcPts val="0"/>
              </a:spcAft>
              <a:buSzPts val="1600"/>
              <a:buChar char="○"/>
            </a:pPr>
            <a:r>
              <a:rPr lang="en"/>
              <a:t>Biosynthesis Pathways</a:t>
            </a:r>
            <a:endParaRPr/>
          </a:p>
          <a:p>
            <a:pPr indent="0" lvl="0" marL="0" rtl="0" algn="l">
              <a:spcBef>
                <a:spcPts val="1600"/>
              </a:spcBef>
              <a:spcAft>
                <a:spcPts val="0"/>
              </a:spcAft>
              <a:buNone/>
            </a:pPr>
            <a:r>
              <a:t/>
            </a:r>
            <a:endParaRPr/>
          </a:p>
        </p:txBody>
      </p:sp>
      <p:sp>
        <p:nvSpPr>
          <p:cNvPr id="1991" name="Google Shape;1991;p48"/>
          <p:cNvSpPr txBox="1"/>
          <p:nvPr>
            <p:ph idx="1" type="subTitle"/>
          </p:nvPr>
        </p:nvSpPr>
        <p:spPr>
          <a:xfrm>
            <a:off x="3993925" y="1297375"/>
            <a:ext cx="4946400" cy="351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the Circuits Connect</a:t>
            </a:r>
            <a:endParaRPr sz="800"/>
          </a:p>
          <a:p>
            <a:pPr indent="0" lvl="0" marL="0" rtl="0" algn="l">
              <a:spcBef>
                <a:spcPts val="0"/>
              </a:spcBef>
              <a:spcAft>
                <a:spcPts val="0"/>
              </a:spcAft>
              <a:buNone/>
            </a:pPr>
            <a:r>
              <a:rPr b="1" lang="en" sz="1100"/>
              <a:t>Quorum Sensing → Kill Switch:</a:t>
            </a:r>
            <a:endParaRPr b="1" sz="1100"/>
          </a:p>
          <a:p>
            <a:pPr indent="-298450" lvl="0" marL="457200" rtl="0" algn="l">
              <a:spcBef>
                <a:spcPts val="0"/>
              </a:spcBef>
              <a:spcAft>
                <a:spcPts val="0"/>
              </a:spcAft>
              <a:buSzPts val="1100"/>
              <a:buFont typeface="Archivo Light"/>
              <a:buChar char="●"/>
            </a:pPr>
            <a:r>
              <a:rPr lang="en" sz="1100"/>
              <a:t> Gsulf population → AHL → LuxR_AHL → KillSignal → MazF → cell death</a:t>
            </a:r>
            <a:endParaRPr sz="1100"/>
          </a:p>
          <a:p>
            <a:pPr indent="0" lvl="0" marL="0" rtl="0" algn="l">
              <a:spcBef>
                <a:spcPts val="0"/>
              </a:spcBef>
              <a:spcAft>
                <a:spcPts val="0"/>
              </a:spcAft>
              <a:buNone/>
            </a:pPr>
            <a:r>
              <a:rPr b="1" lang="en" sz="1100"/>
              <a:t>Nitrogen Cascade → Geobacter:</a:t>
            </a:r>
            <a:endParaRPr b="1" sz="1100"/>
          </a:p>
          <a:p>
            <a:pPr indent="-298450" lvl="0" marL="457200" rtl="0" algn="l">
              <a:spcBef>
                <a:spcPts val="0"/>
              </a:spcBef>
              <a:spcAft>
                <a:spcPts val="0"/>
              </a:spcAft>
              <a:buSzPts val="1100"/>
              <a:buFont typeface="Archivo Light"/>
              <a:buChar char="●"/>
            </a:pPr>
            <a:r>
              <a:rPr lang="en" sz="1100"/>
              <a:t>        NO (from nirS step) → induces extra OmcZ_B → boosts Current output</a:t>
            </a:r>
            <a:endParaRPr sz="1100"/>
          </a:p>
          <a:p>
            <a:pPr indent="0" lvl="0" marL="0" rtl="0" algn="l">
              <a:spcBef>
                <a:spcPts val="0"/>
              </a:spcBef>
              <a:spcAft>
                <a:spcPts val="0"/>
              </a:spcAft>
              <a:buNone/>
            </a:pPr>
            <a:r>
              <a:rPr b="1" lang="en" sz="1100"/>
              <a:t> E. coli → Biosynthesis:</a:t>
            </a:r>
            <a:endParaRPr b="1" sz="1100"/>
          </a:p>
          <a:p>
            <a:pPr indent="-298450" lvl="0" marL="457200" rtl="0" algn="l">
              <a:spcBef>
                <a:spcPts val="0"/>
              </a:spcBef>
              <a:spcAft>
                <a:spcPts val="0"/>
              </a:spcAft>
              <a:buSzPts val="1100"/>
              <a:buFont typeface="Archivo Light"/>
              <a:buChar char="●"/>
            </a:pPr>
            <a:r>
              <a:rPr lang="en" sz="1100"/>
              <a:t>        E. coli strains maintain population stability, providing metabolic context for AcetylCoA-driven biosynthesis</a:t>
            </a:r>
            <a:endParaRPr sz="1100"/>
          </a:p>
          <a:p>
            <a:pPr indent="0" lvl="0" marL="0" rtl="0" algn="l">
              <a:spcBef>
                <a:spcPts val="0"/>
              </a:spcBef>
              <a:spcAft>
                <a:spcPts val="0"/>
              </a:spcAft>
              <a:buNone/>
            </a:pPr>
            <a:r>
              <a:rPr b="1" lang="en" sz="1100"/>
              <a:t>Geobacter → Quorum Sensing:</a:t>
            </a:r>
            <a:endParaRPr b="1" sz="1100"/>
          </a:p>
          <a:p>
            <a:pPr indent="-298450" lvl="0" marL="457200" rtl="0" algn="l">
              <a:spcBef>
                <a:spcPts val="0"/>
              </a:spcBef>
              <a:spcAft>
                <a:spcPts val="0"/>
              </a:spcAft>
              <a:buSzPts val="1100"/>
              <a:buFont typeface="Archivo Light"/>
              <a:buChar char="●"/>
            </a:pPr>
            <a:r>
              <a:rPr lang="en" sz="1100"/>
              <a:t>        Gsulf produces AHL (LuxI); Gmet produces AI2 (LuxS)</a:t>
            </a:r>
            <a:endParaRPr sz="1100"/>
          </a:p>
          <a:p>
            <a:pPr indent="-298450" lvl="0" marL="457200" rtl="0" algn="l">
              <a:spcBef>
                <a:spcPts val="0"/>
              </a:spcBef>
              <a:spcAft>
                <a:spcPts val="0"/>
              </a:spcAft>
              <a:buSzPts val="1100"/>
              <a:buFont typeface="Archivo Light"/>
              <a:buChar char="●"/>
            </a:pPr>
            <a:r>
              <a:rPr lang="en" sz="1100"/>
              <a:t>        Both signals reflect Geobacter population density</a:t>
            </a:r>
            <a:endParaRPr sz="1100"/>
          </a:p>
          <a:p>
            <a:pPr indent="0" lvl="0" marL="0" rtl="0" algn="l">
              <a:spcBef>
                <a:spcPts val="0"/>
              </a:spcBef>
              <a:spcAft>
                <a:spcPts val="0"/>
              </a:spcAft>
              <a:buNone/>
            </a:pPr>
            <a:r>
              <a:rPr b="1" lang="en" sz="1100"/>
              <a:t>Kill Switch → Geobacter:</a:t>
            </a:r>
            <a:endParaRPr b="1" sz="1100"/>
          </a:p>
          <a:p>
            <a:pPr indent="-298450" lvl="0" marL="457200" rtl="0" algn="l">
              <a:spcBef>
                <a:spcPts val="0"/>
              </a:spcBef>
              <a:spcAft>
                <a:spcPts val="0"/>
              </a:spcAft>
              <a:buSzPts val="1100"/>
              <a:buFont typeface="Archivo Light"/>
              <a:buChar char="●"/>
            </a:pPr>
            <a:r>
              <a:rPr lang="en" sz="1100"/>
              <a:t>        When KillSignal threshold is reached, MazF accumulates and kills both Gsulf and Gmet</a:t>
            </a:r>
            <a:endParaRPr sz="1100"/>
          </a:p>
          <a:p>
            <a:pPr indent="-298450" lvl="0" marL="457200" rtl="0" algn="l">
              <a:spcBef>
                <a:spcPts val="0"/>
              </a:spcBef>
              <a:spcAft>
                <a:spcPts val="0"/>
              </a:spcAft>
              <a:buSzPts val="1100"/>
              <a:buFont typeface="Archivo Light"/>
              <a:buChar char="●"/>
            </a:pPr>
            <a:r>
              <a:rPr lang="en" sz="1100"/>
              <a:t>        Reduces current output and OmcZ expression as a consequence</a:t>
            </a:r>
            <a:endParaRPr sz="1100"/>
          </a:p>
          <a:p>
            <a:pPr indent="0" lvl="0" marL="0" rtl="0" algn="l">
              <a:spcBef>
                <a:spcPts val="0"/>
              </a:spcBef>
              <a:spcAft>
                <a:spcPts val="0"/>
              </a:spcAft>
              <a:buNone/>
            </a:pPr>
            <a:r>
              <a:t/>
            </a:r>
            <a:endParaRPr sz="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49"/>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9"/>
          <p:cNvSpPr txBox="1"/>
          <p:nvPr>
            <p:ph type="title"/>
          </p:nvPr>
        </p:nvSpPr>
        <p:spPr>
          <a:xfrm>
            <a:off x="720000" y="448049"/>
            <a:ext cx="7710900" cy="9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Functionality: User Application</a:t>
            </a:r>
            <a:endParaRPr/>
          </a:p>
        </p:txBody>
      </p:sp>
      <p:sp>
        <p:nvSpPr>
          <p:cNvPr id="1998" name="Google Shape;1998;p49"/>
          <p:cNvSpPr txBox="1"/>
          <p:nvPr>
            <p:ph idx="4294967295" type="subTitle"/>
          </p:nvPr>
        </p:nvSpPr>
        <p:spPr>
          <a:xfrm>
            <a:off x="720000" y="1378950"/>
            <a:ext cx="2835000" cy="31782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Circuits library based on SBML file inputs</a:t>
            </a:r>
            <a:endParaRPr sz="1600"/>
          </a:p>
          <a:p>
            <a:pPr indent="-330200" lvl="0" marL="457200" rtl="0" algn="l">
              <a:spcBef>
                <a:spcPts val="0"/>
              </a:spcBef>
              <a:spcAft>
                <a:spcPts val="0"/>
              </a:spcAft>
              <a:buSzPts val="1600"/>
              <a:buChar char="●"/>
            </a:pPr>
            <a:r>
              <a:rPr lang="en" sz="1600"/>
              <a:t>Genetic circuit reference table</a:t>
            </a:r>
            <a:endParaRPr sz="1600"/>
          </a:p>
          <a:p>
            <a:pPr indent="-330200" lvl="0" marL="457200" rtl="0" algn="l">
              <a:spcBef>
                <a:spcPts val="0"/>
              </a:spcBef>
              <a:spcAft>
                <a:spcPts val="0"/>
              </a:spcAft>
              <a:buSzPts val="1600"/>
              <a:buChar char="●"/>
            </a:pPr>
            <a:r>
              <a:rPr lang="en" sz="1600"/>
              <a:t>“Species” defines concentrations for each condition</a:t>
            </a:r>
            <a:endParaRPr sz="1600"/>
          </a:p>
          <a:p>
            <a:pPr indent="-330200" lvl="0" marL="457200" rtl="0" algn="l">
              <a:spcBef>
                <a:spcPts val="0"/>
              </a:spcBef>
              <a:spcAft>
                <a:spcPts val="0"/>
              </a:spcAft>
              <a:buSzPts val="1600"/>
              <a:buChar char="●"/>
            </a:pPr>
            <a:r>
              <a:rPr lang="en" sz="1600"/>
              <a:t>Sliders affect rates for each attribute</a:t>
            </a:r>
            <a:endParaRPr sz="1600"/>
          </a:p>
          <a:p>
            <a:pPr indent="-330200" lvl="0" marL="457200" rtl="0" algn="l">
              <a:spcBef>
                <a:spcPts val="0"/>
              </a:spcBef>
              <a:spcAft>
                <a:spcPts val="0"/>
              </a:spcAft>
              <a:buSzPts val="1600"/>
              <a:buChar char="●"/>
            </a:pPr>
            <a:r>
              <a:rPr lang="en" sz="1600"/>
              <a:t>ODE and simulation</a:t>
            </a:r>
            <a:endParaRPr sz="1600"/>
          </a:p>
          <a:p>
            <a:pPr indent="-330200" lvl="0" marL="457200" rtl="0" algn="l">
              <a:spcBef>
                <a:spcPts val="0"/>
              </a:spcBef>
              <a:spcAft>
                <a:spcPts val="0"/>
              </a:spcAft>
              <a:buSzPts val="1600"/>
              <a:buChar char="●"/>
            </a:pPr>
            <a:r>
              <a:rPr lang="en" sz="1600"/>
              <a:t>Selects Consortium</a:t>
            </a:r>
            <a:endParaRPr sz="1600"/>
          </a:p>
        </p:txBody>
      </p:sp>
      <p:pic>
        <p:nvPicPr>
          <p:cNvPr id="1999" name="Google Shape;1999;p49" title="Screenshot from 2026-04-22 12-20-30.png"/>
          <p:cNvPicPr preferRelativeResize="0"/>
          <p:nvPr/>
        </p:nvPicPr>
        <p:blipFill>
          <a:blip r:embed="rId3">
            <a:alphaModFix/>
          </a:blip>
          <a:stretch>
            <a:fillRect/>
          </a:stretch>
        </p:blipFill>
        <p:spPr>
          <a:xfrm>
            <a:off x="3676326" y="2292675"/>
            <a:ext cx="2670900" cy="2711100"/>
          </a:xfrm>
          <a:prstGeom prst="roundRect">
            <a:avLst>
              <a:gd fmla="val 3327" name="adj"/>
            </a:avLst>
          </a:prstGeom>
          <a:noFill/>
          <a:ln cap="flat" cmpd="sng" w="9525">
            <a:solidFill>
              <a:schemeClr val="accent6"/>
            </a:solidFill>
            <a:prstDash val="solid"/>
            <a:round/>
            <a:headEnd len="sm" w="sm" type="none"/>
            <a:tailEnd len="sm" w="sm" type="none"/>
          </a:ln>
        </p:spPr>
      </p:pic>
      <p:pic>
        <p:nvPicPr>
          <p:cNvPr id="2000" name="Google Shape;2000;p49" title="Screenshot from 2026-04-22 12-20-50.png"/>
          <p:cNvPicPr preferRelativeResize="0"/>
          <p:nvPr/>
        </p:nvPicPr>
        <p:blipFill>
          <a:blip r:embed="rId4">
            <a:alphaModFix/>
          </a:blip>
          <a:stretch>
            <a:fillRect/>
          </a:stretch>
        </p:blipFill>
        <p:spPr>
          <a:xfrm>
            <a:off x="5689150" y="1054800"/>
            <a:ext cx="3135300" cy="1719900"/>
          </a:xfrm>
          <a:prstGeom prst="roundRect">
            <a:avLst>
              <a:gd fmla="val 16667" name="adj"/>
            </a:avLst>
          </a:prstGeom>
          <a:noFill/>
          <a:ln cap="flat" cmpd="sng" w="9525">
            <a:solidFill>
              <a:schemeClr val="lt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4" name="Shape 2004"/>
        <p:cNvGrpSpPr/>
        <p:nvPr/>
      </p:nvGrpSpPr>
      <p:grpSpPr>
        <a:xfrm>
          <a:off x="0" y="0"/>
          <a:ext cx="0" cy="0"/>
          <a:chOff x="0" y="0"/>
          <a:chExt cx="0" cy="0"/>
        </a:xfrm>
      </p:grpSpPr>
      <p:sp>
        <p:nvSpPr>
          <p:cNvPr id="2005" name="Google Shape;2005;p50"/>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6" name="Google Shape;2006;p50"/>
          <p:cNvGrpSpPr/>
          <p:nvPr/>
        </p:nvGrpSpPr>
        <p:grpSpPr>
          <a:xfrm rot="-5754368">
            <a:off x="809499" y="3604869"/>
            <a:ext cx="842390" cy="623561"/>
            <a:chOff x="1802638" y="3918302"/>
            <a:chExt cx="842383" cy="623556"/>
          </a:xfrm>
        </p:grpSpPr>
        <p:sp>
          <p:nvSpPr>
            <p:cNvPr id="2007" name="Google Shape;2007;p50"/>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50"/>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0"/>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50"/>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50"/>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50"/>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50"/>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4" name="Google Shape;2014;p50"/>
          <p:cNvGrpSpPr/>
          <p:nvPr/>
        </p:nvGrpSpPr>
        <p:grpSpPr>
          <a:xfrm rot="3214149">
            <a:off x="7822329" y="1543340"/>
            <a:ext cx="341583" cy="347323"/>
            <a:chOff x="3690975" y="407750"/>
            <a:chExt cx="976647" cy="993288"/>
          </a:xfrm>
        </p:grpSpPr>
        <p:sp>
          <p:nvSpPr>
            <p:cNvPr id="2015" name="Google Shape;2015;p50"/>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0"/>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0"/>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0"/>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0"/>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50"/>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1" name="Google Shape;2021;p50"/>
          <p:cNvSpPr txBox="1"/>
          <p:nvPr>
            <p:ph type="title"/>
          </p:nvPr>
        </p:nvSpPr>
        <p:spPr>
          <a:xfrm>
            <a:off x="471975" y="5629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Functionality: Data Flow Diagram</a:t>
            </a:r>
            <a:endParaRPr/>
          </a:p>
        </p:txBody>
      </p:sp>
      <p:pic>
        <p:nvPicPr>
          <p:cNvPr id="2022" name="Google Shape;2022;p50"/>
          <p:cNvPicPr preferRelativeResize="0"/>
          <p:nvPr/>
        </p:nvPicPr>
        <p:blipFill rotWithShape="1">
          <a:blip r:embed="rId3">
            <a:alphaModFix/>
          </a:blip>
          <a:srcRect b="59307" l="0" r="0" t="0"/>
          <a:stretch/>
        </p:blipFill>
        <p:spPr>
          <a:xfrm>
            <a:off x="303000" y="853375"/>
            <a:ext cx="5730599" cy="4059376"/>
          </a:xfrm>
          <a:prstGeom prst="rect">
            <a:avLst/>
          </a:prstGeom>
          <a:noFill/>
          <a:ln>
            <a:noFill/>
          </a:ln>
        </p:spPr>
      </p:pic>
      <p:sp>
        <p:nvSpPr>
          <p:cNvPr id="2023" name="Google Shape;2023;p50"/>
          <p:cNvSpPr txBox="1"/>
          <p:nvPr/>
        </p:nvSpPr>
        <p:spPr>
          <a:xfrm>
            <a:off x="6289775" y="4367700"/>
            <a:ext cx="3803400" cy="5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Archivo"/>
                <a:ea typeface="Archivo"/>
                <a:cs typeface="Archivo"/>
                <a:sym typeface="Archivo"/>
              </a:rPr>
              <a:t>***See next sections, in next slide</a:t>
            </a:r>
            <a:endParaRPr>
              <a:solidFill>
                <a:schemeClr val="accent3"/>
              </a:solidFill>
              <a:latin typeface="Archivo"/>
              <a:ea typeface="Archivo"/>
              <a:cs typeface="Archivo"/>
              <a:sym typeface="Archiv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7" name="Shape 2027"/>
        <p:cNvGrpSpPr/>
        <p:nvPr/>
      </p:nvGrpSpPr>
      <p:grpSpPr>
        <a:xfrm>
          <a:off x="0" y="0"/>
          <a:ext cx="0" cy="0"/>
          <a:chOff x="0" y="0"/>
          <a:chExt cx="0" cy="0"/>
        </a:xfrm>
      </p:grpSpPr>
      <p:sp>
        <p:nvSpPr>
          <p:cNvPr id="2028" name="Google Shape;2028;p51"/>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9" name="Google Shape;2029;p51"/>
          <p:cNvGrpSpPr/>
          <p:nvPr/>
        </p:nvGrpSpPr>
        <p:grpSpPr>
          <a:xfrm rot="-5754368">
            <a:off x="809499" y="3604869"/>
            <a:ext cx="842390" cy="623561"/>
            <a:chOff x="1802638" y="3918302"/>
            <a:chExt cx="842383" cy="623556"/>
          </a:xfrm>
        </p:grpSpPr>
        <p:sp>
          <p:nvSpPr>
            <p:cNvPr id="2030" name="Google Shape;2030;p51"/>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1"/>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1"/>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1"/>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1"/>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51"/>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51"/>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7" name="Google Shape;2037;p51"/>
          <p:cNvGrpSpPr/>
          <p:nvPr/>
        </p:nvGrpSpPr>
        <p:grpSpPr>
          <a:xfrm rot="3214149">
            <a:off x="7822329" y="1543340"/>
            <a:ext cx="341583" cy="347323"/>
            <a:chOff x="3690975" y="407750"/>
            <a:chExt cx="976647" cy="993288"/>
          </a:xfrm>
        </p:grpSpPr>
        <p:sp>
          <p:nvSpPr>
            <p:cNvPr id="2038" name="Google Shape;2038;p51"/>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1"/>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51"/>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51"/>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1"/>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51"/>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4" name="Google Shape;2044;p51"/>
          <p:cNvSpPr txBox="1"/>
          <p:nvPr>
            <p:ph type="title"/>
          </p:nvPr>
        </p:nvSpPr>
        <p:spPr>
          <a:xfrm>
            <a:off x="471975" y="5629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Detailed Functionality: Data Flow Diagram Cont.</a:t>
            </a:r>
            <a:endParaRPr sz="2600"/>
          </a:p>
        </p:txBody>
      </p:sp>
      <p:pic>
        <p:nvPicPr>
          <p:cNvPr id="2045" name="Google Shape;2045;p51"/>
          <p:cNvPicPr preferRelativeResize="0"/>
          <p:nvPr/>
        </p:nvPicPr>
        <p:blipFill rotWithShape="1">
          <a:blip r:embed="rId3">
            <a:alphaModFix/>
          </a:blip>
          <a:srcRect b="36837" l="0" r="0" t="39235"/>
          <a:stretch/>
        </p:blipFill>
        <p:spPr>
          <a:xfrm>
            <a:off x="1206631" y="1476425"/>
            <a:ext cx="7290920" cy="3036951"/>
          </a:xfrm>
          <a:prstGeom prst="rect">
            <a:avLst/>
          </a:prstGeom>
          <a:noFill/>
          <a:ln>
            <a:noFill/>
          </a:ln>
        </p:spPr>
      </p:pic>
      <p:sp>
        <p:nvSpPr>
          <p:cNvPr id="2046" name="Google Shape;2046;p51"/>
          <p:cNvSpPr txBox="1"/>
          <p:nvPr/>
        </p:nvSpPr>
        <p:spPr>
          <a:xfrm>
            <a:off x="2190750" y="765275"/>
            <a:ext cx="3803400" cy="5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Archivo"/>
                <a:ea typeface="Archivo"/>
                <a:cs typeface="Archivo"/>
                <a:sym typeface="Archivo"/>
              </a:rPr>
              <a:t>***See next sections, in next slide</a:t>
            </a:r>
            <a:endParaRPr>
              <a:solidFill>
                <a:schemeClr val="accent3"/>
              </a:solidFill>
              <a:latin typeface="Archivo"/>
              <a:ea typeface="Archivo"/>
              <a:cs typeface="Archivo"/>
              <a:sym typeface="Archiv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52"/>
          <p:cNvSpPr/>
          <p:nvPr/>
        </p:nvSpPr>
        <p:spPr>
          <a:xfrm flipH="1" rot="10800000">
            <a:off x="4508838" y="43676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2" name="Google Shape;2052;p52"/>
          <p:cNvGrpSpPr/>
          <p:nvPr/>
        </p:nvGrpSpPr>
        <p:grpSpPr>
          <a:xfrm rot="-5754368">
            <a:off x="809499" y="3604869"/>
            <a:ext cx="842390" cy="623561"/>
            <a:chOff x="1802638" y="3918302"/>
            <a:chExt cx="842383" cy="623556"/>
          </a:xfrm>
        </p:grpSpPr>
        <p:sp>
          <p:nvSpPr>
            <p:cNvPr id="2053" name="Google Shape;2053;p52"/>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52"/>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52"/>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52"/>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2"/>
            <p:cNvSpPr/>
            <p:nvPr/>
          </p:nvSpPr>
          <p:spPr>
            <a:xfrm rot="3216684">
              <a:off x="2109290" y="433629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52"/>
            <p:cNvSpPr/>
            <p:nvPr/>
          </p:nvSpPr>
          <p:spPr>
            <a:xfrm rot="3216684">
              <a:off x="1836775" y="4190067"/>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52"/>
            <p:cNvSpPr/>
            <p:nvPr/>
          </p:nvSpPr>
          <p:spPr>
            <a:xfrm rot="3216684">
              <a:off x="2439458" y="4164054"/>
              <a:ext cx="171426" cy="171426"/>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0" name="Google Shape;2060;p52"/>
          <p:cNvGrpSpPr/>
          <p:nvPr/>
        </p:nvGrpSpPr>
        <p:grpSpPr>
          <a:xfrm rot="3214149">
            <a:off x="7822329" y="1543340"/>
            <a:ext cx="341583" cy="347323"/>
            <a:chOff x="3690975" y="407750"/>
            <a:chExt cx="976647" cy="993288"/>
          </a:xfrm>
        </p:grpSpPr>
        <p:sp>
          <p:nvSpPr>
            <p:cNvPr id="2061" name="Google Shape;2061;p52"/>
            <p:cNvSpPr/>
            <p:nvPr/>
          </p:nvSpPr>
          <p:spPr>
            <a:xfrm>
              <a:off x="3690975" y="40775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52"/>
            <p:cNvSpPr/>
            <p:nvPr/>
          </p:nvSpPr>
          <p:spPr>
            <a:xfrm>
              <a:off x="4315122" y="704330"/>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52"/>
            <p:cNvSpPr/>
            <p:nvPr/>
          </p:nvSpPr>
          <p:spPr>
            <a:xfrm>
              <a:off x="3690980" y="1048838"/>
              <a:ext cx="352500" cy="35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52"/>
            <p:cNvSpPr/>
            <p:nvPr/>
          </p:nvSpPr>
          <p:spPr>
            <a:xfrm>
              <a:off x="3840125" y="681350"/>
              <a:ext cx="41700" cy="5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52"/>
            <p:cNvSpPr/>
            <p:nvPr/>
          </p:nvSpPr>
          <p:spPr>
            <a:xfrm rot="-3282171">
              <a:off x="4197052" y="500658"/>
              <a:ext cx="41536" cy="521425"/>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52"/>
            <p:cNvSpPr/>
            <p:nvPr/>
          </p:nvSpPr>
          <p:spPr>
            <a:xfrm rot="3606066">
              <a:off x="4197135" y="793728"/>
              <a:ext cx="41527" cy="52136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7" name="Google Shape;2067;p52"/>
          <p:cNvSpPr txBox="1"/>
          <p:nvPr>
            <p:ph type="title"/>
          </p:nvPr>
        </p:nvSpPr>
        <p:spPr>
          <a:xfrm>
            <a:off x="471975" y="56294"/>
            <a:ext cx="7710900" cy="11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Detailed Functionality: Data Flow Diagram Cont.</a:t>
            </a:r>
            <a:endParaRPr sz="2600"/>
          </a:p>
        </p:txBody>
      </p:sp>
      <p:pic>
        <p:nvPicPr>
          <p:cNvPr id="2068" name="Google Shape;2068;p52"/>
          <p:cNvPicPr preferRelativeResize="0"/>
          <p:nvPr/>
        </p:nvPicPr>
        <p:blipFill rotWithShape="1">
          <a:blip r:embed="rId3">
            <a:alphaModFix/>
          </a:blip>
          <a:srcRect b="0" l="0" r="0" t="62154"/>
          <a:stretch/>
        </p:blipFill>
        <p:spPr>
          <a:xfrm>
            <a:off x="1895800" y="1020949"/>
            <a:ext cx="5080025" cy="33467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53"/>
          <p:cNvSpPr txBox="1"/>
          <p:nvPr>
            <p:ph type="title"/>
          </p:nvPr>
        </p:nvSpPr>
        <p:spPr>
          <a:xfrm>
            <a:off x="1084875" y="2319625"/>
            <a:ext cx="47424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Demo</a:t>
            </a:r>
            <a:endParaRPr sz="3400"/>
          </a:p>
          <a:p>
            <a:pPr indent="0" lvl="0" marL="0" rtl="0" algn="l">
              <a:spcBef>
                <a:spcPts val="0"/>
              </a:spcBef>
              <a:spcAft>
                <a:spcPts val="0"/>
              </a:spcAft>
              <a:buNone/>
            </a:pPr>
            <a:r>
              <a:t/>
            </a:r>
            <a:endParaRPr sz="3400"/>
          </a:p>
        </p:txBody>
      </p:sp>
      <p:sp>
        <p:nvSpPr>
          <p:cNvPr id="2074" name="Google Shape;2074;p53"/>
          <p:cNvSpPr txBox="1"/>
          <p:nvPr>
            <p:ph idx="2" type="title"/>
          </p:nvPr>
        </p:nvSpPr>
        <p:spPr>
          <a:xfrm>
            <a:off x="1084875" y="1362375"/>
            <a:ext cx="14262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a:p>
            <a:pPr indent="0" lvl="0" marL="0" rtl="0" algn="l">
              <a:spcBef>
                <a:spcPts val="0"/>
              </a:spcBef>
              <a:spcAft>
                <a:spcPts val="0"/>
              </a:spcAft>
              <a:buNone/>
            </a:pPr>
            <a:r>
              <a:t/>
            </a:r>
            <a:endParaRPr/>
          </a:p>
        </p:txBody>
      </p:sp>
      <p:sp>
        <p:nvSpPr>
          <p:cNvPr id="2075" name="Google Shape;2075;p53"/>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6" name="Google Shape;2076;p53"/>
          <p:cNvGrpSpPr/>
          <p:nvPr/>
        </p:nvGrpSpPr>
        <p:grpSpPr>
          <a:xfrm flipH="1" rot="-5400000">
            <a:off x="3928581" y="3185105"/>
            <a:ext cx="499553" cy="2785577"/>
            <a:chOff x="1273225" y="238125"/>
            <a:chExt cx="911925" cy="5085025"/>
          </a:xfrm>
        </p:grpSpPr>
        <p:sp>
          <p:nvSpPr>
            <p:cNvPr id="2077" name="Google Shape;2077;p53"/>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53"/>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53"/>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3"/>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3"/>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53"/>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53"/>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53"/>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53"/>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53"/>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53"/>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53"/>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53"/>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53"/>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53"/>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53"/>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53"/>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53"/>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53"/>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53"/>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53"/>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3"/>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53"/>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53"/>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53"/>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53"/>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3"/>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53"/>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53"/>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53"/>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53"/>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53"/>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53"/>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53"/>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53"/>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53"/>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53"/>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53"/>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53"/>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53"/>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53"/>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53"/>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53"/>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53"/>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53"/>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3"/>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3"/>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3"/>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3"/>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3"/>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7" name="Google Shape;2127;p53"/>
          <p:cNvGrpSpPr/>
          <p:nvPr/>
        </p:nvGrpSpPr>
        <p:grpSpPr>
          <a:xfrm flipH="1" rot="-5400000">
            <a:off x="4745356" y="-947945"/>
            <a:ext cx="499553" cy="2785577"/>
            <a:chOff x="1273225" y="238125"/>
            <a:chExt cx="911925" cy="5085025"/>
          </a:xfrm>
        </p:grpSpPr>
        <p:sp>
          <p:nvSpPr>
            <p:cNvPr id="2128" name="Google Shape;2128;p53"/>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3"/>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53"/>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53"/>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53"/>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3"/>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53"/>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3"/>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53"/>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3"/>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53"/>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53"/>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53"/>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3"/>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3"/>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3"/>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53"/>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3"/>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3"/>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53"/>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53"/>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53"/>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53"/>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53"/>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53"/>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53"/>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53"/>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53"/>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53"/>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53"/>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53"/>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53"/>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53"/>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53"/>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53"/>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3"/>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53"/>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53"/>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3"/>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3"/>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3"/>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53"/>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3"/>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53"/>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53"/>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3"/>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53"/>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53"/>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3"/>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53"/>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8" name="Google Shape;2178;p53"/>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53"/>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53"/>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53"/>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53"/>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3" name="Google Shape;2183;p53"/>
          <p:cNvGrpSpPr/>
          <p:nvPr/>
        </p:nvGrpSpPr>
        <p:grpSpPr>
          <a:xfrm rot="-557409">
            <a:off x="6444650" y="1848678"/>
            <a:ext cx="1425014" cy="1663168"/>
            <a:chOff x="7465672" y="289734"/>
            <a:chExt cx="1252291" cy="1461579"/>
          </a:xfrm>
        </p:grpSpPr>
        <p:grpSp>
          <p:nvGrpSpPr>
            <p:cNvPr id="2184" name="Google Shape;2184;p53"/>
            <p:cNvGrpSpPr/>
            <p:nvPr/>
          </p:nvGrpSpPr>
          <p:grpSpPr>
            <a:xfrm>
              <a:off x="7487656" y="355838"/>
              <a:ext cx="1207160" cy="1395475"/>
              <a:chOff x="3175275" y="1812900"/>
              <a:chExt cx="3155975" cy="3648300"/>
            </a:xfrm>
          </p:grpSpPr>
          <p:sp>
            <p:nvSpPr>
              <p:cNvPr id="2185" name="Google Shape;2185;p53"/>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53"/>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53"/>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8" name="Google Shape;2188;p53"/>
            <p:cNvGrpSpPr/>
            <p:nvPr/>
          </p:nvGrpSpPr>
          <p:grpSpPr>
            <a:xfrm>
              <a:off x="7465672" y="289734"/>
              <a:ext cx="1252291" cy="1217182"/>
              <a:chOff x="3081110" y="1328184"/>
              <a:chExt cx="3273964" cy="3182176"/>
            </a:xfrm>
          </p:grpSpPr>
          <p:sp>
            <p:nvSpPr>
              <p:cNvPr id="2189" name="Google Shape;2189;p53"/>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53"/>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53"/>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53"/>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93" name="Google Shape;2193;p53"/>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53"/>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54"/>
          <p:cNvSpPr txBox="1"/>
          <p:nvPr>
            <p:ph type="title"/>
          </p:nvPr>
        </p:nvSpPr>
        <p:spPr>
          <a:xfrm>
            <a:off x="168175" y="91650"/>
            <a:ext cx="42039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Video</a:t>
            </a:r>
            <a:endParaRPr/>
          </a:p>
        </p:txBody>
      </p:sp>
      <p:pic>
        <p:nvPicPr>
          <p:cNvPr id="2200" name="Google Shape;2200;p54" title="demo_video_final.mkv">
            <a:hlinkClick r:id="rId3"/>
          </p:cNvPr>
          <p:cNvPicPr preferRelativeResize="0"/>
          <p:nvPr/>
        </p:nvPicPr>
        <p:blipFill>
          <a:blip r:embed="rId4">
            <a:alphaModFix/>
          </a:blip>
          <a:stretch>
            <a:fillRect/>
          </a:stretch>
        </p:blipFill>
        <p:spPr>
          <a:xfrm>
            <a:off x="1912275" y="1070200"/>
            <a:ext cx="5081624" cy="3811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0"/>
                                        </p:tgtEl>
                                        <p:attrNameLst>
                                          <p:attrName>style.visibility</p:attrName>
                                        </p:attrNameLst>
                                      </p:cBhvr>
                                      <p:to>
                                        <p:strVal val="visible"/>
                                      </p:to>
                                    </p:set>
                                    <p:animEffect filter="fade" transition="in">
                                      <p:cBhvr>
                                        <p:cTn dur="1000"/>
                                        <p:tgtEl>
                                          <p:spTgt spid="2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sp>
        <p:nvSpPr>
          <p:cNvPr id="2205" name="Google Shape;2205;p55"/>
          <p:cNvSpPr txBox="1"/>
          <p:nvPr>
            <p:ph type="title"/>
          </p:nvPr>
        </p:nvSpPr>
        <p:spPr>
          <a:xfrm>
            <a:off x="1084875" y="2319625"/>
            <a:ext cx="47424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Successes &amp; </a:t>
            </a:r>
            <a:r>
              <a:rPr lang="en" sz="3400"/>
              <a:t>Failures</a:t>
            </a:r>
            <a:endParaRPr sz="3400"/>
          </a:p>
          <a:p>
            <a:pPr indent="0" lvl="0" marL="0" rtl="0" algn="l">
              <a:spcBef>
                <a:spcPts val="0"/>
              </a:spcBef>
              <a:spcAft>
                <a:spcPts val="0"/>
              </a:spcAft>
              <a:buNone/>
            </a:pPr>
            <a:r>
              <a:t/>
            </a:r>
            <a:endParaRPr sz="3400"/>
          </a:p>
        </p:txBody>
      </p:sp>
      <p:sp>
        <p:nvSpPr>
          <p:cNvPr id="2206" name="Google Shape;2206;p55"/>
          <p:cNvSpPr txBox="1"/>
          <p:nvPr>
            <p:ph idx="2" type="title"/>
          </p:nvPr>
        </p:nvSpPr>
        <p:spPr>
          <a:xfrm>
            <a:off x="1084875" y="1362375"/>
            <a:ext cx="1426200" cy="9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a:p>
            <a:pPr indent="0" lvl="0" marL="0" rtl="0" algn="l">
              <a:spcBef>
                <a:spcPts val="0"/>
              </a:spcBef>
              <a:spcAft>
                <a:spcPts val="0"/>
              </a:spcAft>
              <a:buNone/>
            </a:pPr>
            <a:r>
              <a:t/>
            </a:r>
            <a:endParaRPr/>
          </a:p>
        </p:txBody>
      </p:sp>
      <p:sp>
        <p:nvSpPr>
          <p:cNvPr id="2207" name="Google Shape;2207;p55"/>
          <p:cNvSpPr/>
          <p:nvPr/>
        </p:nvSpPr>
        <p:spPr>
          <a:xfrm>
            <a:off x="1113650" y="3165538"/>
            <a:ext cx="3591000" cy="29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8" name="Google Shape;2208;p55"/>
          <p:cNvGrpSpPr/>
          <p:nvPr/>
        </p:nvGrpSpPr>
        <p:grpSpPr>
          <a:xfrm flipH="1" rot="-5400000">
            <a:off x="3928581" y="3185105"/>
            <a:ext cx="499553" cy="2785577"/>
            <a:chOff x="1273225" y="238125"/>
            <a:chExt cx="911925" cy="5085025"/>
          </a:xfrm>
        </p:grpSpPr>
        <p:sp>
          <p:nvSpPr>
            <p:cNvPr id="2209" name="Google Shape;2209;p55"/>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5"/>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55"/>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55"/>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55"/>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55"/>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5"/>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55"/>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5"/>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5"/>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5"/>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5"/>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5"/>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5"/>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5"/>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5"/>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5"/>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5"/>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5"/>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5"/>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5"/>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5"/>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5"/>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5"/>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5"/>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5"/>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5"/>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5"/>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5"/>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5"/>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5"/>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5"/>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5"/>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5"/>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5"/>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5"/>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5"/>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5"/>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5"/>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5"/>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5"/>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5"/>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5"/>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5"/>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5"/>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5"/>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5"/>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5"/>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5"/>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5"/>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9" name="Google Shape;2259;p55"/>
          <p:cNvGrpSpPr/>
          <p:nvPr/>
        </p:nvGrpSpPr>
        <p:grpSpPr>
          <a:xfrm flipH="1" rot="-5400000">
            <a:off x="4745356" y="-947945"/>
            <a:ext cx="499553" cy="2785577"/>
            <a:chOff x="1273225" y="238125"/>
            <a:chExt cx="911925" cy="5085025"/>
          </a:xfrm>
        </p:grpSpPr>
        <p:sp>
          <p:nvSpPr>
            <p:cNvPr id="2260" name="Google Shape;2260;p55"/>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5"/>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5"/>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5"/>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5"/>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5"/>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5"/>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5"/>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5"/>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5"/>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5"/>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5"/>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5"/>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5"/>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5"/>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5"/>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5"/>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5"/>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5"/>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5"/>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5"/>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5"/>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5"/>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5"/>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5"/>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5"/>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5"/>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5"/>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5"/>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5"/>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5"/>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5"/>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5"/>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5"/>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5"/>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5"/>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5"/>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5"/>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5"/>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5"/>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5"/>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5"/>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5"/>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5"/>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5"/>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5"/>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5"/>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5"/>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5"/>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5"/>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0" name="Google Shape;2310;p55"/>
          <p:cNvSpPr/>
          <p:nvPr/>
        </p:nvSpPr>
        <p:spPr>
          <a:xfrm>
            <a:off x="5694075" y="367098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5"/>
          <p:cNvSpPr/>
          <p:nvPr/>
        </p:nvSpPr>
        <p:spPr>
          <a:xfrm>
            <a:off x="334400" y="1765875"/>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5"/>
          <p:cNvSpPr/>
          <p:nvPr/>
        </p:nvSpPr>
        <p:spPr>
          <a:xfrm>
            <a:off x="4572000" y="1478038"/>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5"/>
          <p:cNvSpPr/>
          <p:nvPr/>
        </p:nvSpPr>
        <p:spPr>
          <a:xfrm>
            <a:off x="789325" y="39027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5"/>
          <p:cNvSpPr/>
          <p:nvPr/>
        </p:nvSpPr>
        <p:spPr>
          <a:xfrm>
            <a:off x="2062575" y="539500"/>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5"/>
          <p:cNvSpPr/>
          <p:nvPr/>
        </p:nvSpPr>
        <p:spPr>
          <a:xfrm>
            <a:off x="8241250" y="18990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5"/>
          <p:cNvSpPr/>
          <p:nvPr/>
        </p:nvSpPr>
        <p:spPr>
          <a:xfrm>
            <a:off x="7757075" y="4541963"/>
            <a:ext cx="133200" cy="133200"/>
          </a:xfrm>
          <a:prstGeom prst="ellipse">
            <a:avLst/>
          </a:prstGeom>
          <a:solidFill>
            <a:srgbClr val="EE9671">
              <a:alpha val="61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7" name="Google Shape;2317;p55"/>
          <p:cNvGrpSpPr/>
          <p:nvPr/>
        </p:nvGrpSpPr>
        <p:grpSpPr>
          <a:xfrm rot="-557409">
            <a:off x="6444650" y="1848678"/>
            <a:ext cx="1425014" cy="1663168"/>
            <a:chOff x="7465672" y="289734"/>
            <a:chExt cx="1252291" cy="1461579"/>
          </a:xfrm>
        </p:grpSpPr>
        <p:grpSp>
          <p:nvGrpSpPr>
            <p:cNvPr id="2318" name="Google Shape;2318;p55"/>
            <p:cNvGrpSpPr/>
            <p:nvPr/>
          </p:nvGrpSpPr>
          <p:grpSpPr>
            <a:xfrm>
              <a:off x="7465672" y="289734"/>
              <a:ext cx="1252291" cy="1217182"/>
              <a:chOff x="3081110" y="1328184"/>
              <a:chExt cx="3273964" cy="3182176"/>
            </a:xfrm>
          </p:grpSpPr>
          <p:sp>
            <p:nvSpPr>
              <p:cNvPr id="2319" name="Google Shape;2319;p55"/>
              <p:cNvSpPr/>
              <p:nvPr/>
            </p:nvSpPr>
            <p:spPr>
              <a:xfrm>
                <a:off x="4675450" y="1328184"/>
                <a:ext cx="282450" cy="282475"/>
              </a:xfrm>
              <a:custGeom>
                <a:rect b="b" l="l" r="r" t="t"/>
                <a:pathLst>
                  <a:path extrusionOk="0" h="11299" w="11298">
                    <a:moveTo>
                      <a:pt x="5648" y="1"/>
                    </a:moveTo>
                    <a:cubicBezTo>
                      <a:pt x="2528" y="1"/>
                      <a:pt x="0" y="2529"/>
                      <a:pt x="0" y="5648"/>
                    </a:cubicBezTo>
                    <a:cubicBezTo>
                      <a:pt x="0" y="8770"/>
                      <a:pt x="2528" y="11298"/>
                      <a:pt x="5648" y="11298"/>
                    </a:cubicBezTo>
                    <a:cubicBezTo>
                      <a:pt x="8770" y="11298"/>
                      <a:pt x="11298" y="8770"/>
                      <a:pt x="11298" y="5648"/>
                    </a:cubicBezTo>
                    <a:cubicBezTo>
                      <a:pt x="11298" y="2529"/>
                      <a:pt x="8770" y="1"/>
                      <a:pt x="5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5"/>
              <p:cNvSpPr/>
              <p:nvPr/>
            </p:nvSpPr>
            <p:spPr>
              <a:xfrm>
                <a:off x="3081110" y="4086842"/>
                <a:ext cx="282450" cy="282475"/>
              </a:xfrm>
              <a:custGeom>
                <a:rect b="b" l="l" r="r" t="t"/>
                <a:pathLst>
                  <a:path extrusionOk="0" h="11299" w="11298">
                    <a:moveTo>
                      <a:pt x="5650" y="1"/>
                    </a:moveTo>
                    <a:cubicBezTo>
                      <a:pt x="2528" y="1"/>
                      <a:pt x="0" y="2529"/>
                      <a:pt x="0" y="5651"/>
                    </a:cubicBezTo>
                    <a:cubicBezTo>
                      <a:pt x="0" y="8770"/>
                      <a:pt x="2528" y="11298"/>
                      <a:pt x="5650" y="11298"/>
                    </a:cubicBezTo>
                    <a:cubicBezTo>
                      <a:pt x="8770" y="11298"/>
                      <a:pt x="11298" y="8770"/>
                      <a:pt x="11298" y="5651"/>
                    </a:cubicBezTo>
                    <a:cubicBezTo>
                      <a:pt x="11298" y="2529"/>
                      <a:pt x="8770" y="1"/>
                      <a:pt x="5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5"/>
              <p:cNvSpPr/>
              <p:nvPr/>
            </p:nvSpPr>
            <p:spPr>
              <a:xfrm>
                <a:off x="6072549" y="4227885"/>
                <a:ext cx="282525" cy="282475"/>
              </a:xfrm>
              <a:custGeom>
                <a:rect b="b" l="l" r="r" t="t"/>
                <a:pathLst>
                  <a:path extrusionOk="0" h="11299" w="11301">
                    <a:moveTo>
                      <a:pt x="5651" y="1"/>
                    </a:moveTo>
                    <a:cubicBezTo>
                      <a:pt x="2531" y="1"/>
                      <a:pt x="1" y="2529"/>
                      <a:pt x="1" y="5649"/>
                    </a:cubicBezTo>
                    <a:cubicBezTo>
                      <a:pt x="1" y="8768"/>
                      <a:pt x="2531" y="11299"/>
                      <a:pt x="5651" y="11299"/>
                    </a:cubicBezTo>
                    <a:cubicBezTo>
                      <a:pt x="8770" y="11299"/>
                      <a:pt x="11301" y="8768"/>
                      <a:pt x="11301" y="5649"/>
                    </a:cubicBezTo>
                    <a:cubicBezTo>
                      <a:pt x="11301" y="2529"/>
                      <a:pt x="8770" y="1"/>
                      <a:pt x="56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5"/>
              <p:cNvSpPr/>
              <p:nvPr/>
            </p:nvSpPr>
            <p:spPr>
              <a:xfrm>
                <a:off x="4389077" y="2909425"/>
                <a:ext cx="645439" cy="645439"/>
              </a:xfrm>
              <a:custGeom>
                <a:rect b="b" l="l" r="r" t="t"/>
                <a:pathLst>
                  <a:path extrusionOk="0" h="35241" w="35241">
                    <a:moveTo>
                      <a:pt x="17621" y="0"/>
                    </a:moveTo>
                    <a:cubicBezTo>
                      <a:pt x="7888" y="0"/>
                      <a:pt x="0" y="7889"/>
                      <a:pt x="0" y="17622"/>
                    </a:cubicBezTo>
                    <a:cubicBezTo>
                      <a:pt x="0" y="27352"/>
                      <a:pt x="7888" y="35241"/>
                      <a:pt x="17621" y="35241"/>
                    </a:cubicBezTo>
                    <a:cubicBezTo>
                      <a:pt x="27352" y="35241"/>
                      <a:pt x="35241" y="27352"/>
                      <a:pt x="35241" y="17622"/>
                    </a:cubicBezTo>
                    <a:cubicBezTo>
                      <a:pt x="35241" y="7889"/>
                      <a:pt x="27352" y="0"/>
                      <a:pt x="17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3" name="Google Shape;2323;p55"/>
            <p:cNvGrpSpPr/>
            <p:nvPr/>
          </p:nvGrpSpPr>
          <p:grpSpPr>
            <a:xfrm>
              <a:off x="7487656" y="355838"/>
              <a:ext cx="1207160" cy="1395475"/>
              <a:chOff x="3175275" y="1812900"/>
              <a:chExt cx="3155975" cy="3648300"/>
            </a:xfrm>
          </p:grpSpPr>
          <p:sp>
            <p:nvSpPr>
              <p:cNvPr id="2324" name="Google Shape;2324;p55"/>
              <p:cNvSpPr/>
              <p:nvPr/>
            </p:nvSpPr>
            <p:spPr>
              <a:xfrm>
                <a:off x="4253675" y="1812900"/>
                <a:ext cx="1124300" cy="3648300"/>
              </a:xfrm>
              <a:custGeom>
                <a:rect b="b" l="l" r="r" t="t"/>
                <a:pathLst>
                  <a:path extrusionOk="0" fill="none" h="145932" w="44972">
                    <a:moveTo>
                      <a:pt x="22487" y="145931"/>
                    </a:moveTo>
                    <a:cubicBezTo>
                      <a:pt x="20920" y="145931"/>
                      <a:pt x="19361" y="145417"/>
                      <a:pt x="17847" y="144403"/>
                    </a:cubicBezTo>
                    <a:cubicBezTo>
                      <a:pt x="16393" y="143427"/>
                      <a:pt x="14966" y="141979"/>
                      <a:pt x="13607" y="140095"/>
                    </a:cubicBezTo>
                    <a:cubicBezTo>
                      <a:pt x="12281" y="138258"/>
                      <a:pt x="11004" y="135986"/>
                      <a:pt x="9809" y="133342"/>
                    </a:cubicBezTo>
                    <a:cubicBezTo>
                      <a:pt x="8628" y="130732"/>
                      <a:pt x="7520" y="127735"/>
                      <a:pt x="6513" y="124434"/>
                    </a:cubicBezTo>
                    <a:cubicBezTo>
                      <a:pt x="4470" y="117744"/>
                      <a:pt x="2867" y="109957"/>
                      <a:pt x="1746" y="101288"/>
                    </a:cubicBezTo>
                    <a:cubicBezTo>
                      <a:pt x="587" y="92316"/>
                      <a:pt x="1" y="82788"/>
                      <a:pt x="1" y="72966"/>
                    </a:cubicBezTo>
                    <a:cubicBezTo>
                      <a:pt x="1" y="63143"/>
                      <a:pt x="587" y="53613"/>
                      <a:pt x="1746" y="44643"/>
                    </a:cubicBezTo>
                    <a:cubicBezTo>
                      <a:pt x="2867" y="35972"/>
                      <a:pt x="4470" y="28185"/>
                      <a:pt x="6513" y="21497"/>
                    </a:cubicBezTo>
                    <a:cubicBezTo>
                      <a:pt x="7520" y="18196"/>
                      <a:pt x="8628" y="15200"/>
                      <a:pt x="9809" y="12587"/>
                    </a:cubicBezTo>
                    <a:cubicBezTo>
                      <a:pt x="11004" y="9946"/>
                      <a:pt x="12281" y="7674"/>
                      <a:pt x="13607" y="5836"/>
                    </a:cubicBezTo>
                    <a:cubicBezTo>
                      <a:pt x="14966" y="3953"/>
                      <a:pt x="16393" y="2502"/>
                      <a:pt x="17847" y="1528"/>
                    </a:cubicBezTo>
                    <a:cubicBezTo>
                      <a:pt x="19361" y="514"/>
                      <a:pt x="20920" y="0"/>
                      <a:pt x="22487" y="0"/>
                    </a:cubicBezTo>
                    <a:cubicBezTo>
                      <a:pt x="24052" y="0"/>
                      <a:pt x="25614" y="514"/>
                      <a:pt x="27126" y="1528"/>
                    </a:cubicBezTo>
                    <a:cubicBezTo>
                      <a:pt x="28579" y="2502"/>
                      <a:pt x="30006" y="3953"/>
                      <a:pt x="31366" y="5836"/>
                    </a:cubicBezTo>
                    <a:cubicBezTo>
                      <a:pt x="32694" y="7674"/>
                      <a:pt x="33971" y="9946"/>
                      <a:pt x="35164" y="12587"/>
                    </a:cubicBezTo>
                    <a:cubicBezTo>
                      <a:pt x="36345" y="15200"/>
                      <a:pt x="37453" y="18196"/>
                      <a:pt x="38462" y="21497"/>
                    </a:cubicBezTo>
                    <a:cubicBezTo>
                      <a:pt x="40502" y="28185"/>
                      <a:pt x="42106" y="35972"/>
                      <a:pt x="43226" y="44643"/>
                    </a:cubicBezTo>
                    <a:cubicBezTo>
                      <a:pt x="44385" y="53613"/>
                      <a:pt x="44972" y="63143"/>
                      <a:pt x="44972" y="72966"/>
                    </a:cubicBezTo>
                    <a:cubicBezTo>
                      <a:pt x="44972" y="82788"/>
                      <a:pt x="44385" y="92316"/>
                      <a:pt x="43226" y="101288"/>
                    </a:cubicBezTo>
                    <a:cubicBezTo>
                      <a:pt x="42106" y="109957"/>
                      <a:pt x="40502" y="117744"/>
                      <a:pt x="38462" y="124434"/>
                    </a:cubicBezTo>
                    <a:cubicBezTo>
                      <a:pt x="37453" y="127735"/>
                      <a:pt x="36345" y="130732"/>
                      <a:pt x="35164" y="133342"/>
                    </a:cubicBezTo>
                    <a:cubicBezTo>
                      <a:pt x="33971" y="135986"/>
                      <a:pt x="32694" y="138258"/>
                      <a:pt x="31366" y="140095"/>
                    </a:cubicBezTo>
                    <a:cubicBezTo>
                      <a:pt x="30006" y="141979"/>
                      <a:pt x="28579" y="143427"/>
                      <a:pt x="27126" y="144403"/>
                    </a:cubicBezTo>
                    <a:cubicBezTo>
                      <a:pt x="25614" y="145417"/>
                      <a:pt x="24052" y="145931"/>
                      <a:pt x="22487" y="145931"/>
                    </a:cubicBezTo>
                    <a:close/>
                    <a:moveTo>
                      <a:pt x="22487" y="604"/>
                    </a:moveTo>
                    <a:cubicBezTo>
                      <a:pt x="21044" y="604"/>
                      <a:pt x="19595" y="1084"/>
                      <a:pt x="18185" y="2028"/>
                    </a:cubicBezTo>
                    <a:cubicBezTo>
                      <a:pt x="16789" y="2965"/>
                      <a:pt x="15413" y="4363"/>
                      <a:pt x="14097" y="6189"/>
                    </a:cubicBezTo>
                    <a:cubicBezTo>
                      <a:pt x="12793" y="7995"/>
                      <a:pt x="11537" y="10231"/>
                      <a:pt x="10359" y="12836"/>
                    </a:cubicBezTo>
                    <a:cubicBezTo>
                      <a:pt x="9188" y="15424"/>
                      <a:pt x="8089" y="18397"/>
                      <a:pt x="7090" y="21673"/>
                    </a:cubicBezTo>
                    <a:cubicBezTo>
                      <a:pt x="5057" y="28330"/>
                      <a:pt x="3461" y="36083"/>
                      <a:pt x="2345" y="44720"/>
                    </a:cubicBezTo>
                    <a:cubicBezTo>
                      <a:pt x="1191" y="53666"/>
                      <a:pt x="604" y="63170"/>
                      <a:pt x="604" y="72966"/>
                    </a:cubicBezTo>
                    <a:cubicBezTo>
                      <a:pt x="604" y="82762"/>
                      <a:pt x="1191" y="92265"/>
                      <a:pt x="2345" y="101211"/>
                    </a:cubicBezTo>
                    <a:cubicBezTo>
                      <a:pt x="3461" y="109846"/>
                      <a:pt x="5057" y="117599"/>
                      <a:pt x="7090" y="124258"/>
                    </a:cubicBezTo>
                    <a:cubicBezTo>
                      <a:pt x="8089" y="127535"/>
                      <a:pt x="9188" y="130505"/>
                      <a:pt x="10359" y="133095"/>
                    </a:cubicBezTo>
                    <a:cubicBezTo>
                      <a:pt x="11535" y="135701"/>
                      <a:pt x="12793" y="137937"/>
                      <a:pt x="14097" y="139740"/>
                    </a:cubicBezTo>
                    <a:cubicBezTo>
                      <a:pt x="15415" y="141568"/>
                      <a:pt x="16789" y="142966"/>
                      <a:pt x="18185" y="143901"/>
                    </a:cubicBezTo>
                    <a:cubicBezTo>
                      <a:pt x="19595" y="144847"/>
                      <a:pt x="21044" y="145328"/>
                      <a:pt x="22487" y="145328"/>
                    </a:cubicBezTo>
                    <a:cubicBezTo>
                      <a:pt x="23931" y="145328"/>
                      <a:pt x="25378" y="144847"/>
                      <a:pt x="26790" y="143901"/>
                    </a:cubicBezTo>
                    <a:cubicBezTo>
                      <a:pt x="28183" y="142966"/>
                      <a:pt x="29560" y="141568"/>
                      <a:pt x="30878" y="139740"/>
                    </a:cubicBezTo>
                    <a:cubicBezTo>
                      <a:pt x="32179" y="137937"/>
                      <a:pt x="33437" y="135701"/>
                      <a:pt x="34616" y="133095"/>
                    </a:cubicBezTo>
                    <a:cubicBezTo>
                      <a:pt x="35784" y="130507"/>
                      <a:pt x="36883" y="127535"/>
                      <a:pt x="37885" y="124258"/>
                    </a:cubicBezTo>
                    <a:cubicBezTo>
                      <a:pt x="39916" y="117601"/>
                      <a:pt x="41512" y="109846"/>
                      <a:pt x="42627" y="101211"/>
                    </a:cubicBezTo>
                    <a:cubicBezTo>
                      <a:pt x="43784" y="92265"/>
                      <a:pt x="44368" y="82762"/>
                      <a:pt x="44368" y="72966"/>
                    </a:cubicBezTo>
                    <a:cubicBezTo>
                      <a:pt x="44368" y="63170"/>
                      <a:pt x="43784" y="53666"/>
                      <a:pt x="42627" y="44720"/>
                    </a:cubicBezTo>
                    <a:cubicBezTo>
                      <a:pt x="41512" y="36083"/>
                      <a:pt x="39916" y="28330"/>
                      <a:pt x="37885" y="21673"/>
                    </a:cubicBezTo>
                    <a:cubicBezTo>
                      <a:pt x="36883" y="18397"/>
                      <a:pt x="35784" y="15424"/>
                      <a:pt x="34616" y="12836"/>
                    </a:cubicBezTo>
                    <a:cubicBezTo>
                      <a:pt x="33437" y="10231"/>
                      <a:pt x="32179" y="7992"/>
                      <a:pt x="30878" y="6189"/>
                    </a:cubicBezTo>
                    <a:cubicBezTo>
                      <a:pt x="29560" y="4363"/>
                      <a:pt x="28183" y="2963"/>
                      <a:pt x="26790" y="2028"/>
                    </a:cubicBezTo>
                    <a:cubicBezTo>
                      <a:pt x="25378" y="1084"/>
                      <a:pt x="23931" y="604"/>
                      <a:pt x="22487" y="604"/>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5"/>
              <p:cNvSpPr/>
              <p:nvPr/>
            </p:nvSpPr>
            <p:spPr>
              <a:xfrm>
                <a:off x="3175275" y="2557000"/>
                <a:ext cx="3155975" cy="2161425"/>
              </a:xfrm>
              <a:custGeom>
                <a:rect b="b" l="l" r="r" t="t"/>
                <a:pathLst>
                  <a:path extrusionOk="0" fill="none" h="86457" w="126239">
                    <a:moveTo>
                      <a:pt x="125019" y="81861"/>
                    </a:moveTo>
                    <a:cubicBezTo>
                      <a:pt x="124191" y="83189"/>
                      <a:pt x="122928" y="84242"/>
                      <a:pt x="121267" y="84988"/>
                    </a:cubicBezTo>
                    <a:cubicBezTo>
                      <a:pt x="119671" y="85705"/>
                      <a:pt x="117686" y="86149"/>
                      <a:pt x="115368" y="86304"/>
                    </a:cubicBezTo>
                    <a:cubicBezTo>
                      <a:pt x="113106" y="86456"/>
                      <a:pt x="110503" y="86338"/>
                      <a:pt x="107629" y="85951"/>
                    </a:cubicBezTo>
                    <a:cubicBezTo>
                      <a:pt x="104790" y="85570"/>
                      <a:pt x="101658" y="84925"/>
                      <a:pt x="98326" y="84032"/>
                    </a:cubicBezTo>
                    <a:cubicBezTo>
                      <a:pt x="91570" y="82223"/>
                      <a:pt x="84114" y="79459"/>
                      <a:pt x="76168" y="75818"/>
                    </a:cubicBezTo>
                    <a:cubicBezTo>
                      <a:pt x="67944" y="72051"/>
                      <a:pt x="59548" y="67504"/>
                      <a:pt x="51216" y="62303"/>
                    </a:cubicBezTo>
                    <a:cubicBezTo>
                      <a:pt x="42883" y="57102"/>
                      <a:pt x="35111" y="51558"/>
                      <a:pt x="28113" y="45826"/>
                    </a:cubicBezTo>
                    <a:cubicBezTo>
                      <a:pt x="21353" y="40287"/>
                      <a:pt x="15594" y="34804"/>
                      <a:pt x="11001" y="29528"/>
                    </a:cubicBezTo>
                    <a:cubicBezTo>
                      <a:pt x="8734" y="26927"/>
                      <a:pt x="6778" y="24397"/>
                      <a:pt x="5187" y="22014"/>
                    </a:cubicBezTo>
                    <a:cubicBezTo>
                      <a:pt x="3579" y="19602"/>
                      <a:pt x="2328" y="17315"/>
                      <a:pt x="1471" y="15217"/>
                    </a:cubicBezTo>
                    <a:cubicBezTo>
                      <a:pt x="592" y="13066"/>
                      <a:pt x="119" y="11088"/>
                      <a:pt x="61" y="9340"/>
                    </a:cubicBezTo>
                    <a:cubicBezTo>
                      <a:pt x="1" y="7519"/>
                      <a:pt x="394" y="5923"/>
                      <a:pt x="1222" y="4595"/>
                    </a:cubicBezTo>
                    <a:cubicBezTo>
                      <a:pt x="2051" y="3267"/>
                      <a:pt x="3313" y="2214"/>
                      <a:pt x="4975" y="1468"/>
                    </a:cubicBezTo>
                    <a:cubicBezTo>
                      <a:pt x="6571" y="751"/>
                      <a:pt x="8555" y="307"/>
                      <a:pt x="10873" y="152"/>
                    </a:cubicBezTo>
                    <a:cubicBezTo>
                      <a:pt x="13136" y="0"/>
                      <a:pt x="15739" y="119"/>
                      <a:pt x="18612" y="505"/>
                    </a:cubicBezTo>
                    <a:cubicBezTo>
                      <a:pt x="21452" y="886"/>
                      <a:pt x="24583" y="1531"/>
                      <a:pt x="27915" y="2425"/>
                    </a:cubicBezTo>
                    <a:cubicBezTo>
                      <a:pt x="34671" y="4233"/>
                      <a:pt x="42127" y="6998"/>
                      <a:pt x="50074" y="10639"/>
                    </a:cubicBezTo>
                    <a:cubicBezTo>
                      <a:pt x="58300" y="14408"/>
                      <a:pt x="66693" y="18952"/>
                      <a:pt x="75026" y="24153"/>
                    </a:cubicBezTo>
                    <a:cubicBezTo>
                      <a:pt x="83358" y="29354"/>
                      <a:pt x="91131" y="34898"/>
                      <a:pt x="98128" y="40630"/>
                    </a:cubicBezTo>
                    <a:cubicBezTo>
                      <a:pt x="104889" y="46169"/>
                      <a:pt x="110648" y="51653"/>
                      <a:pt x="115243" y="56928"/>
                    </a:cubicBezTo>
                    <a:cubicBezTo>
                      <a:pt x="117507" y="59531"/>
                      <a:pt x="119463" y="62059"/>
                      <a:pt x="121054" y="64443"/>
                    </a:cubicBezTo>
                    <a:cubicBezTo>
                      <a:pt x="122665" y="66855"/>
                      <a:pt x="123916" y="69141"/>
                      <a:pt x="124770" y="71240"/>
                    </a:cubicBezTo>
                    <a:cubicBezTo>
                      <a:pt x="125649" y="73391"/>
                      <a:pt x="126123" y="75368"/>
                      <a:pt x="126181" y="77119"/>
                    </a:cubicBezTo>
                    <a:cubicBezTo>
                      <a:pt x="126238" y="78937"/>
                      <a:pt x="125850" y="80533"/>
                      <a:pt x="125019" y="81861"/>
                    </a:cubicBezTo>
                    <a:close/>
                    <a:moveTo>
                      <a:pt x="1734" y="4916"/>
                    </a:moveTo>
                    <a:cubicBezTo>
                      <a:pt x="971" y="6141"/>
                      <a:pt x="612" y="7623"/>
                      <a:pt x="665" y="9321"/>
                    </a:cubicBezTo>
                    <a:cubicBezTo>
                      <a:pt x="720" y="10999"/>
                      <a:pt x="1179" y="12906"/>
                      <a:pt x="2031" y="14990"/>
                    </a:cubicBezTo>
                    <a:cubicBezTo>
                      <a:pt x="2872" y="17052"/>
                      <a:pt x="4103" y="19302"/>
                      <a:pt x="5689" y="21681"/>
                    </a:cubicBezTo>
                    <a:cubicBezTo>
                      <a:pt x="7266" y="24045"/>
                      <a:pt x="9207" y="26551"/>
                      <a:pt x="11455" y="29134"/>
                    </a:cubicBezTo>
                    <a:cubicBezTo>
                      <a:pt x="16026" y="34384"/>
                      <a:pt x="21761" y="39843"/>
                      <a:pt x="28495" y="45360"/>
                    </a:cubicBezTo>
                    <a:cubicBezTo>
                      <a:pt x="35473" y="51076"/>
                      <a:pt x="43224" y="56605"/>
                      <a:pt x="51535" y="61791"/>
                    </a:cubicBezTo>
                    <a:cubicBezTo>
                      <a:pt x="59845" y="66980"/>
                      <a:pt x="68217" y="71515"/>
                      <a:pt x="76419" y="75269"/>
                    </a:cubicBezTo>
                    <a:cubicBezTo>
                      <a:pt x="84334" y="78896"/>
                      <a:pt x="91759" y="81649"/>
                      <a:pt x="98481" y="83450"/>
                    </a:cubicBezTo>
                    <a:cubicBezTo>
                      <a:pt x="101789" y="84336"/>
                      <a:pt x="104894" y="84976"/>
                      <a:pt x="107709" y="85355"/>
                    </a:cubicBezTo>
                    <a:cubicBezTo>
                      <a:pt x="110541" y="85734"/>
                      <a:pt x="113106" y="85852"/>
                      <a:pt x="115327" y="85703"/>
                    </a:cubicBezTo>
                    <a:cubicBezTo>
                      <a:pt x="117573" y="85553"/>
                      <a:pt x="119487" y="85126"/>
                      <a:pt x="121018" y="84437"/>
                    </a:cubicBezTo>
                    <a:cubicBezTo>
                      <a:pt x="122568" y="83742"/>
                      <a:pt x="123742" y="82767"/>
                      <a:pt x="124507" y="81542"/>
                    </a:cubicBezTo>
                    <a:cubicBezTo>
                      <a:pt x="125273" y="80318"/>
                      <a:pt x="125630" y="78836"/>
                      <a:pt x="125577" y="77138"/>
                    </a:cubicBezTo>
                    <a:cubicBezTo>
                      <a:pt x="125521" y="75460"/>
                      <a:pt x="125063" y="73553"/>
                      <a:pt x="124210" y="71466"/>
                    </a:cubicBezTo>
                    <a:cubicBezTo>
                      <a:pt x="123370" y="69407"/>
                      <a:pt x="122139" y="67156"/>
                      <a:pt x="120552" y="64776"/>
                    </a:cubicBezTo>
                    <a:cubicBezTo>
                      <a:pt x="118975" y="62414"/>
                      <a:pt x="117034" y="59908"/>
                      <a:pt x="114786" y="57324"/>
                    </a:cubicBezTo>
                    <a:cubicBezTo>
                      <a:pt x="110215" y="52075"/>
                      <a:pt x="104481" y="46616"/>
                      <a:pt x="97747" y="41096"/>
                    </a:cubicBezTo>
                    <a:cubicBezTo>
                      <a:pt x="90769" y="35381"/>
                      <a:pt x="83018" y="29852"/>
                      <a:pt x="74707" y="24665"/>
                    </a:cubicBezTo>
                    <a:cubicBezTo>
                      <a:pt x="66396" y="19479"/>
                      <a:pt x="58025" y="14944"/>
                      <a:pt x="49823" y="11187"/>
                    </a:cubicBezTo>
                    <a:cubicBezTo>
                      <a:pt x="41908" y="7560"/>
                      <a:pt x="34485" y="4810"/>
                      <a:pt x="27761" y="3009"/>
                    </a:cubicBezTo>
                    <a:cubicBezTo>
                      <a:pt x="24453" y="2123"/>
                      <a:pt x="21348" y="1480"/>
                      <a:pt x="18532" y="1104"/>
                    </a:cubicBezTo>
                    <a:cubicBezTo>
                      <a:pt x="15700" y="722"/>
                      <a:pt x="13136" y="606"/>
                      <a:pt x="10914" y="756"/>
                    </a:cubicBezTo>
                    <a:cubicBezTo>
                      <a:pt x="8669" y="906"/>
                      <a:pt x="6754" y="1331"/>
                      <a:pt x="5223" y="2019"/>
                    </a:cubicBezTo>
                    <a:cubicBezTo>
                      <a:pt x="3673" y="2717"/>
                      <a:pt x="2500" y="3690"/>
                      <a:pt x="1734" y="4916"/>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5"/>
              <p:cNvSpPr/>
              <p:nvPr/>
            </p:nvSpPr>
            <p:spPr>
              <a:xfrm>
                <a:off x="3220000" y="2374450"/>
                <a:ext cx="3065800" cy="2283725"/>
              </a:xfrm>
              <a:custGeom>
                <a:rect b="b" l="l" r="r" t="t"/>
                <a:pathLst>
                  <a:path extrusionOk="0" fill="none" h="91349" w="122632">
                    <a:moveTo>
                      <a:pt x="1428" y="87355"/>
                    </a:moveTo>
                    <a:cubicBezTo>
                      <a:pt x="532" y="86070"/>
                      <a:pt x="64" y="84496"/>
                      <a:pt x="32" y="82675"/>
                    </a:cubicBezTo>
                    <a:cubicBezTo>
                      <a:pt x="1" y="80925"/>
                      <a:pt x="375" y="78925"/>
                      <a:pt x="1145" y="76733"/>
                    </a:cubicBezTo>
                    <a:cubicBezTo>
                      <a:pt x="1896" y="74596"/>
                      <a:pt x="3031" y="72249"/>
                      <a:pt x="4516" y="69760"/>
                    </a:cubicBezTo>
                    <a:cubicBezTo>
                      <a:pt x="5987" y="67299"/>
                      <a:pt x="7812" y="64677"/>
                      <a:pt x="9946" y="61963"/>
                    </a:cubicBezTo>
                    <a:cubicBezTo>
                      <a:pt x="14271" y="56468"/>
                      <a:pt x="19747" y="50702"/>
                      <a:pt x="26223" y="44832"/>
                    </a:cubicBezTo>
                    <a:cubicBezTo>
                      <a:pt x="32923" y="38754"/>
                      <a:pt x="40411" y="32829"/>
                      <a:pt x="48473" y="27220"/>
                    </a:cubicBezTo>
                    <a:cubicBezTo>
                      <a:pt x="56535" y="21609"/>
                      <a:pt x="64692" y="16647"/>
                      <a:pt x="72715" y="12474"/>
                    </a:cubicBezTo>
                    <a:cubicBezTo>
                      <a:pt x="80471" y="8440"/>
                      <a:pt x="87780" y="5308"/>
                      <a:pt x="94437" y="3164"/>
                    </a:cubicBezTo>
                    <a:cubicBezTo>
                      <a:pt x="97720" y="2104"/>
                      <a:pt x="100816" y="1302"/>
                      <a:pt x="103631" y="778"/>
                    </a:cubicBezTo>
                    <a:cubicBezTo>
                      <a:pt x="106483" y="249"/>
                      <a:pt x="109078" y="1"/>
                      <a:pt x="111343" y="39"/>
                    </a:cubicBezTo>
                    <a:cubicBezTo>
                      <a:pt x="113668" y="80"/>
                      <a:pt x="115670" y="423"/>
                      <a:pt x="117302" y="1058"/>
                    </a:cubicBezTo>
                    <a:cubicBezTo>
                      <a:pt x="118997" y="1722"/>
                      <a:pt x="120311" y="2710"/>
                      <a:pt x="121204" y="3994"/>
                    </a:cubicBezTo>
                    <a:cubicBezTo>
                      <a:pt x="122100" y="5279"/>
                      <a:pt x="122571" y="6856"/>
                      <a:pt x="122602" y="8674"/>
                    </a:cubicBezTo>
                    <a:cubicBezTo>
                      <a:pt x="122631" y="10424"/>
                      <a:pt x="122257" y="12424"/>
                      <a:pt x="121489" y="14616"/>
                    </a:cubicBezTo>
                    <a:cubicBezTo>
                      <a:pt x="120738" y="16755"/>
                      <a:pt x="119603" y="19100"/>
                      <a:pt x="118116" y="21592"/>
                    </a:cubicBezTo>
                    <a:cubicBezTo>
                      <a:pt x="116648" y="24052"/>
                      <a:pt x="114820" y="26674"/>
                      <a:pt x="112686" y="29386"/>
                    </a:cubicBezTo>
                    <a:cubicBezTo>
                      <a:pt x="108364" y="34884"/>
                      <a:pt x="102887" y="40647"/>
                      <a:pt x="96412" y="46520"/>
                    </a:cubicBezTo>
                    <a:cubicBezTo>
                      <a:pt x="89709" y="52595"/>
                      <a:pt x="82224" y="58520"/>
                      <a:pt x="74162" y="64129"/>
                    </a:cubicBezTo>
                    <a:cubicBezTo>
                      <a:pt x="66099" y="69740"/>
                      <a:pt x="57943" y="74702"/>
                      <a:pt x="49917" y="78875"/>
                    </a:cubicBezTo>
                    <a:cubicBezTo>
                      <a:pt x="42161" y="82909"/>
                      <a:pt x="34855" y="86041"/>
                      <a:pt x="28198" y="88188"/>
                    </a:cubicBezTo>
                    <a:cubicBezTo>
                      <a:pt x="24912" y="89245"/>
                      <a:pt x="21819" y="90047"/>
                      <a:pt x="19001" y="90571"/>
                    </a:cubicBezTo>
                    <a:cubicBezTo>
                      <a:pt x="16149" y="91100"/>
                      <a:pt x="13556" y="91348"/>
                      <a:pt x="11289" y="91310"/>
                    </a:cubicBezTo>
                    <a:cubicBezTo>
                      <a:pt x="8966" y="91271"/>
                      <a:pt x="6962" y="90926"/>
                      <a:pt x="5332" y="90291"/>
                    </a:cubicBezTo>
                    <a:cubicBezTo>
                      <a:pt x="3635" y="89627"/>
                      <a:pt x="2321" y="88642"/>
                      <a:pt x="1428" y="87355"/>
                    </a:cubicBezTo>
                    <a:close/>
                    <a:moveTo>
                      <a:pt x="120712" y="4340"/>
                    </a:moveTo>
                    <a:cubicBezTo>
                      <a:pt x="119886" y="3157"/>
                      <a:pt x="118667" y="2241"/>
                      <a:pt x="117085" y="1623"/>
                    </a:cubicBezTo>
                    <a:cubicBezTo>
                      <a:pt x="115520" y="1015"/>
                      <a:pt x="113586" y="684"/>
                      <a:pt x="111334" y="645"/>
                    </a:cubicBezTo>
                    <a:cubicBezTo>
                      <a:pt x="109110" y="607"/>
                      <a:pt x="106555" y="853"/>
                      <a:pt x="103745" y="1375"/>
                    </a:cubicBezTo>
                    <a:cubicBezTo>
                      <a:pt x="100951" y="1894"/>
                      <a:pt x="97882" y="2688"/>
                      <a:pt x="94622" y="3738"/>
                    </a:cubicBezTo>
                    <a:cubicBezTo>
                      <a:pt x="87997" y="5873"/>
                      <a:pt x="80722" y="8993"/>
                      <a:pt x="72995" y="13010"/>
                    </a:cubicBezTo>
                    <a:cubicBezTo>
                      <a:pt x="64993" y="17171"/>
                      <a:pt x="56859" y="22118"/>
                      <a:pt x="48818" y="27715"/>
                    </a:cubicBezTo>
                    <a:cubicBezTo>
                      <a:pt x="40778" y="33312"/>
                      <a:pt x="33312" y="39220"/>
                      <a:pt x="26629" y="45279"/>
                    </a:cubicBezTo>
                    <a:cubicBezTo>
                      <a:pt x="20177" y="51127"/>
                      <a:pt x="14725" y="56866"/>
                      <a:pt x="10422" y="62337"/>
                    </a:cubicBezTo>
                    <a:cubicBezTo>
                      <a:pt x="8305" y="65030"/>
                      <a:pt x="6491" y="67630"/>
                      <a:pt x="5035" y="70069"/>
                    </a:cubicBezTo>
                    <a:cubicBezTo>
                      <a:pt x="3570" y="72524"/>
                      <a:pt x="2452" y="74833"/>
                      <a:pt x="1715" y="76933"/>
                    </a:cubicBezTo>
                    <a:cubicBezTo>
                      <a:pt x="971" y="79058"/>
                      <a:pt x="607" y="80987"/>
                      <a:pt x="636" y="82666"/>
                    </a:cubicBezTo>
                    <a:cubicBezTo>
                      <a:pt x="667" y="84363"/>
                      <a:pt x="1099" y="85826"/>
                      <a:pt x="1925" y="87012"/>
                    </a:cubicBezTo>
                    <a:cubicBezTo>
                      <a:pt x="2749" y="88197"/>
                      <a:pt x="3970" y="89110"/>
                      <a:pt x="5552" y="89728"/>
                    </a:cubicBezTo>
                    <a:cubicBezTo>
                      <a:pt x="7117" y="90339"/>
                      <a:pt x="9051" y="90667"/>
                      <a:pt x="11301" y="90706"/>
                    </a:cubicBezTo>
                    <a:cubicBezTo>
                      <a:pt x="13527" y="90745"/>
                      <a:pt x="16082" y="90498"/>
                      <a:pt x="18892" y="89977"/>
                    </a:cubicBezTo>
                    <a:cubicBezTo>
                      <a:pt x="21684" y="89460"/>
                      <a:pt x="24752" y="88663"/>
                      <a:pt x="28012" y="87613"/>
                    </a:cubicBezTo>
                    <a:cubicBezTo>
                      <a:pt x="34638" y="85479"/>
                      <a:pt x="41915" y="82359"/>
                      <a:pt x="49639" y="78341"/>
                    </a:cubicBezTo>
                    <a:cubicBezTo>
                      <a:pt x="57641" y="74181"/>
                      <a:pt x="65776" y="69231"/>
                      <a:pt x="73819" y="63636"/>
                    </a:cubicBezTo>
                    <a:cubicBezTo>
                      <a:pt x="81859" y="58039"/>
                      <a:pt x="89325" y="52131"/>
                      <a:pt x="96006" y="46073"/>
                    </a:cubicBezTo>
                    <a:cubicBezTo>
                      <a:pt x="102458" y="40225"/>
                      <a:pt x="107910" y="34485"/>
                      <a:pt x="112215" y="29014"/>
                    </a:cubicBezTo>
                    <a:cubicBezTo>
                      <a:pt x="114332" y="26322"/>
                      <a:pt x="116143" y="23721"/>
                      <a:pt x="117599" y="21283"/>
                    </a:cubicBezTo>
                    <a:cubicBezTo>
                      <a:pt x="119065" y="18827"/>
                      <a:pt x="120183" y="16519"/>
                      <a:pt x="120919" y="14418"/>
                    </a:cubicBezTo>
                    <a:cubicBezTo>
                      <a:pt x="121665" y="12293"/>
                      <a:pt x="122028" y="10364"/>
                      <a:pt x="121999" y="8686"/>
                    </a:cubicBezTo>
                    <a:cubicBezTo>
                      <a:pt x="121967" y="6988"/>
                      <a:pt x="121535" y="5525"/>
                      <a:pt x="120712" y="4340"/>
                    </a:cubicBezTo>
                    <a:close/>
                  </a:path>
                </a:pathLst>
              </a:custGeom>
              <a:noFill/>
              <a:ln cap="flat" cmpd="sng" w="19050">
                <a:solidFill>
                  <a:schemeClr val="accent2"/>
                </a:solidFill>
                <a:prstDash val="solid"/>
                <a:miter lim="241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0" name="Shape 2330"/>
        <p:cNvGrpSpPr/>
        <p:nvPr/>
      </p:nvGrpSpPr>
      <p:grpSpPr>
        <a:xfrm>
          <a:off x="0" y="0"/>
          <a:ext cx="0" cy="0"/>
          <a:chOff x="0" y="0"/>
          <a:chExt cx="0" cy="0"/>
        </a:xfrm>
      </p:grpSpPr>
      <p:sp>
        <p:nvSpPr>
          <p:cNvPr id="2331" name="Google Shape;2331;p56"/>
          <p:cNvSpPr txBox="1"/>
          <p:nvPr>
            <p:ph type="title"/>
          </p:nvPr>
        </p:nvSpPr>
        <p:spPr>
          <a:xfrm>
            <a:off x="720000" y="933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Analyses</a:t>
            </a:r>
            <a:endParaRPr/>
          </a:p>
        </p:txBody>
      </p:sp>
      <p:sp>
        <p:nvSpPr>
          <p:cNvPr id="2332" name="Google Shape;2332;p56"/>
          <p:cNvSpPr txBox="1"/>
          <p:nvPr>
            <p:ph idx="1" type="subTitle"/>
          </p:nvPr>
        </p:nvSpPr>
        <p:spPr>
          <a:xfrm>
            <a:off x="4731675" y="1288775"/>
            <a:ext cx="4106100" cy="37365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solidFill>
                  <a:srgbClr val="D6D5D4"/>
                </a:solidFill>
              </a:rPr>
              <a:t>Difficult to Address Complexity</a:t>
            </a:r>
            <a:endParaRPr b="1" sz="1500">
              <a:solidFill>
                <a:srgbClr val="D6D5D4"/>
              </a:solidFill>
            </a:endParaRPr>
          </a:p>
          <a:p>
            <a:pPr indent="-323850" lvl="0" marL="457200" rtl="0" algn="l">
              <a:lnSpc>
                <a:spcPct val="100000"/>
              </a:lnSpc>
              <a:spcBef>
                <a:spcPts val="0"/>
              </a:spcBef>
              <a:spcAft>
                <a:spcPts val="0"/>
              </a:spcAft>
              <a:buClr>
                <a:srgbClr val="D6D5D4"/>
              </a:buClr>
              <a:buSzPts val="1500"/>
              <a:buChar char="●"/>
            </a:pPr>
            <a:r>
              <a:rPr lang="en" sz="1500">
                <a:solidFill>
                  <a:srgbClr val="D6D5D4"/>
                </a:solidFill>
              </a:rPr>
              <a:t>Model connections are extremely diverse and difficult to keep track of</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Difficult to Validate</a:t>
            </a:r>
            <a:endParaRPr b="1" sz="1500">
              <a:solidFill>
                <a:srgbClr val="D6D5D4"/>
              </a:solidFill>
            </a:endParaRPr>
          </a:p>
          <a:p>
            <a:pPr indent="-323850" lvl="0" marL="457200" rtl="0" algn="l">
              <a:lnSpc>
                <a:spcPct val="100000"/>
              </a:lnSpc>
              <a:spcBef>
                <a:spcPts val="0"/>
              </a:spcBef>
              <a:spcAft>
                <a:spcPts val="0"/>
              </a:spcAft>
              <a:buClr>
                <a:srgbClr val="D6D5D4"/>
              </a:buClr>
              <a:buSzPts val="1500"/>
              <a:buChar char="●"/>
            </a:pPr>
            <a:r>
              <a:rPr lang="en" sz="1500">
                <a:solidFill>
                  <a:srgbClr val="D6D5D4"/>
                </a:solidFill>
              </a:rPr>
              <a:t>Model assumptions may not hold in real world scenarios</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No Standard MFC Models</a:t>
            </a:r>
            <a:endParaRPr b="1" sz="1500">
              <a:solidFill>
                <a:srgbClr val="D6D5D4"/>
              </a:solidFill>
            </a:endParaRPr>
          </a:p>
          <a:p>
            <a:pPr indent="-323850" lvl="0" marL="457200" rtl="0" algn="l">
              <a:lnSpc>
                <a:spcPct val="100000"/>
              </a:lnSpc>
              <a:spcBef>
                <a:spcPts val="0"/>
              </a:spcBef>
              <a:spcAft>
                <a:spcPts val="0"/>
              </a:spcAft>
              <a:buClr>
                <a:srgbClr val="D6D5D4"/>
              </a:buClr>
              <a:buSzPts val="1500"/>
              <a:buChar char="●"/>
            </a:pPr>
            <a:r>
              <a:rPr lang="en" sz="1500">
                <a:solidFill>
                  <a:srgbClr val="D6D5D4"/>
                </a:solidFill>
              </a:rPr>
              <a:t>A lack of existing standards makes industry adoption difficult</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Oversimplified Models</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Models did not capture full complexity</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Data Limitations</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Limited quantitative data reduced accuracy weakening the predictive reliability of outcomes</a:t>
            </a:r>
            <a:endParaRPr sz="1500">
              <a:solidFill>
                <a:srgbClr val="D6D5D4"/>
              </a:solidFill>
            </a:endParaRPr>
          </a:p>
          <a:p>
            <a:pPr indent="0" lvl="0" marL="0" rtl="0" algn="l">
              <a:lnSpc>
                <a:spcPct val="100000"/>
              </a:lnSpc>
              <a:spcBef>
                <a:spcPts val="0"/>
              </a:spcBef>
              <a:spcAft>
                <a:spcPts val="0"/>
              </a:spcAft>
              <a:buNone/>
            </a:pPr>
            <a:r>
              <a:t/>
            </a:r>
            <a:endParaRPr b="1" sz="1500">
              <a:solidFill>
                <a:srgbClr val="D6D5D4"/>
              </a:solidFill>
            </a:endParaRPr>
          </a:p>
          <a:p>
            <a:pPr indent="0" lvl="0" marL="0" rtl="0" algn="l">
              <a:lnSpc>
                <a:spcPct val="100000"/>
              </a:lnSpc>
              <a:spcBef>
                <a:spcPts val="0"/>
              </a:spcBef>
              <a:spcAft>
                <a:spcPts val="0"/>
              </a:spcAft>
              <a:buNone/>
            </a:pPr>
            <a:r>
              <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350"/>
          </a:p>
        </p:txBody>
      </p:sp>
      <p:sp>
        <p:nvSpPr>
          <p:cNvPr id="2333" name="Google Shape;2333;p56"/>
          <p:cNvSpPr txBox="1"/>
          <p:nvPr>
            <p:ph idx="2" type="subTitle"/>
          </p:nvPr>
        </p:nvSpPr>
        <p:spPr>
          <a:xfrm>
            <a:off x="397275" y="1288775"/>
            <a:ext cx="4334400" cy="37365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solidFill>
                  <a:srgbClr val="D6D5D4"/>
                </a:solidFill>
              </a:rPr>
              <a:t>Modular Design</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Flexible framework allowed circuits to be freely combined across categories</a:t>
            </a:r>
            <a:endParaRPr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Enabled rapid ecosystem assembly </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Biological Grounding</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Sludge circuits were </a:t>
            </a:r>
            <a:r>
              <a:rPr lang="en" sz="1500">
                <a:solidFill>
                  <a:srgbClr val="D6D5D4"/>
                </a:solidFill>
              </a:rPr>
              <a:t>drawn from</a:t>
            </a:r>
            <a:r>
              <a:rPr lang="en" sz="1500">
                <a:solidFill>
                  <a:srgbClr val="D6D5D4"/>
                </a:solidFill>
              </a:rPr>
              <a:t> validated literature, </a:t>
            </a:r>
            <a:r>
              <a:rPr lang="en" sz="1500">
                <a:solidFill>
                  <a:srgbClr val="D6D5D4"/>
                </a:solidFill>
              </a:rPr>
              <a:t>reflecting</a:t>
            </a:r>
            <a:r>
              <a:rPr lang="en" sz="1500">
                <a:solidFill>
                  <a:srgbClr val="D6D5D4"/>
                </a:solidFill>
              </a:rPr>
              <a:t> grounded data</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Accessible Interface</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GUI design made complex ecosystem approachable </a:t>
            </a:r>
            <a:endParaRPr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Users can easily configure and simulate microbial communities </a:t>
            </a:r>
            <a:endParaRPr sz="1500">
              <a:solidFill>
                <a:srgbClr val="D6D5D4"/>
              </a:solidFill>
            </a:endParaRPr>
          </a:p>
          <a:p>
            <a:pPr indent="0" lvl="0" marL="0" rtl="0" algn="l">
              <a:lnSpc>
                <a:spcPct val="100000"/>
              </a:lnSpc>
              <a:spcBef>
                <a:spcPts val="0"/>
              </a:spcBef>
              <a:spcAft>
                <a:spcPts val="0"/>
              </a:spcAft>
              <a:buNone/>
            </a:pPr>
            <a:r>
              <a:rPr b="1" lang="en" sz="1500">
                <a:solidFill>
                  <a:srgbClr val="D6D5D4"/>
                </a:solidFill>
              </a:rPr>
              <a:t>Relevant Literature</a:t>
            </a:r>
            <a:endParaRPr b="1" sz="1500">
              <a:solidFill>
                <a:srgbClr val="D6D5D4"/>
              </a:solidFill>
            </a:endParaRPr>
          </a:p>
          <a:p>
            <a:pPr indent="-323850" lvl="0" marL="457200" rtl="0" algn="l">
              <a:lnSpc>
                <a:spcPct val="100000"/>
              </a:lnSpc>
              <a:spcBef>
                <a:spcPts val="0"/>
              </a:spcBef>
              <a:spcAft>
                <a:spcPts val="0"/>
              </a:spcAft>
              <a:buClr>
                <a:srgbClr val="D6D5D4"/>
              </a:buClr>
              <a:buSzPts val="1500"/>
              <a:buFont typeface="Archivo"/>
              <a:buChar char="●"/>
            </a:pPr>
            <a:r>
              <a:rPr lang="en" sz="1500">
                <a:solidFill>
                  <a:srgbClr val="D6D5D4"/>
                </a:solidFill>
              </a:rPr>
              <a:t>Plenty of relevant literature was found for our project, including relevant equations</a:t>
            </a:r>
            <a:endParaRPr sz="1500">
              <a:solidFill>
                <a:srgbClr val="D6D5D4"/>
              </a:solidFill>
            </a:endParaRPr>
          </a:p>
          <a:p>
            <a:pPr indent="0" lvl="0" marL="0" rtl="0" algn="l">
              <a:lnSpc>
                <a:spcPct val="100000"/>
              </a:lnSpc>
              <a:spcBef>
                <a:spcPts val="0"/>
              </a:spcBef>
              <a:spcAft>
                <a:spcPts val="0"/>
              </a:spcAft>
              <a:buNone/>
            </a:pPr>
            <a:r>
              <a:t/>
            </a:r>
            <a:endParaRPr sz="1500"/>
          </a:p>
        </p:txBody>
      </p:sp>
      <p:sp>
        <p:nvSpPr>
          <p:cNvPr id="2334" name="Google Shape;2334;p56"/>
          <p:cNvSpPr txBox="1"/>
          <p:nvPr>
            <p:ph idx="3" type="subTitle"/>
          </p:nvPr>
        </p:nvSpPr>
        <p:spPr>
          <a:xfrm>
            <a:off x="397275" y="835650"/>
            <a:ext cx="4334400" cy="453000"/>
          </a:xfrm>
          <a:prstGeom prst="rect">
            <a:avLst/>
          </a:prstGeom>
          <a:ln cap="flat" cmpd="sng" w="9525">
            <a:solidFill>
              <a:srgbClr val="FFFF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rchivo"/>
                <a:ea typeface="Archivo"/>
                <a:cs typeface="Archivo"/>
                <a:sym typeface="Archivo"/>
              </a:rPr>
              <a:t>What Went Right</a:t>
            </a:r>
            <a:endParaRPr>
              <a:solidFill>
                <a:srgbClr val="FFFFFF"/>
              </a:solidFill>
              <a:latin typeface="Archivo"/>
              <a:ea typeface="Archivo"/>
              <a:cs typeface="Archivo"/>
              <a:sym typeface="Archivo"/>
            </a:endParaRPr>
          </a:p>
        </p:txBody>
      </p:sp>
      <p:sp>
        <p:nvSpPr>
          <p:cNvPr id="2335" name="Google Shape;2335;p56"/>
          <p:cNvSpPr txBox="1"/>
          <p:nvPr>
            <p:ph idx="4" type="subTitle"/>
          </p:nvPr>
        </p:nvSpPr>
        <p:spPr>
          <a:xfrm>
            <a:off x="4731675" y="835650"/>
            <a:ext cx="4106100" cy="453000"/>
          </a:xfrm>
          <a:prstGeom prst="rect">
            <a:avLst/>
          </a:prstGeom>
          <a:ln cap="flat" cmpd="sng" w="9525">
            <a:solidFill>
              <a:srgbClr val="FFFF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rchivo"/>
                <a:ea typeface="Archivo"/>
                <a:cs typeface="Archivo"/>
                <a:sym typeface="Archivo"/>
              </a:rPr>
              <a:t>What Went Wrong</a:t>
            </a:r>
            <a:endParaRPr>
              <a:solidFill>
                <a:srgbClr val="FFFFFF"/>
              </a:solidFill>
              <a:latin typeface="Archivo"/>
              <a:ea typeface="Archivo"/>
              <a:cs typeface="Archivo"/>
              <a:sym typeface="Archiv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Tradeoffs</a:t>
            </a:r>
            <a:endParaRPr/>
          </a:p>
        </p:txBody>
      </p:sp>
      <p:sp>
        <p:nvSpPr>
          <p:cNvPr id="2341" name="Google Shape;2341;p57"/>
          <p:cNvSpPr txBox="1"/>
          <p:nvPr>
            <p:ph idx="2" type="subTitle"/>
          </p:nvPr>
        </p:nvSpPr>
        <p:spPr>
          <a:xfrm>
            <a:off x="720000" y="1114500"/>
            <a:ext cx="7704000" cy="35544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D6D5D4"/>
                </a:solidFill>
              </a:rPr>
              <a:t>Biological Realism vs. Computational Simplicity</a:t>
            </a:r>
            <a:endParaRPr b="1" sz="1700">
              <a:solidFill>
                <a:srgbClr val="D6D5D4"/>
              </a:solidFill>
            </a:endParaRPr>
          </a:p>
          <a:p>
            <a:pPr indent="-336550" lvl="0" marL="457200" rtl="0" algn="l">
              <a:lnSpc>
                <a:spcPct val="100000"/>
              </a:lnSpc>
              <a:spcBef>
                <a:spcPts val="0"/>
              </a:spcBef>
              <a:spcAft>
                <a:spcPts val="0"/>
              </a:spcAft>
              <a:buClr>
                <a:srgbClr val="D6D5D4"/>
              </a:buClr>
              <a:buSzPts val="1700"/>
              <a:buFont typeface="Archivo"/>
              <a:buChar char="●"/>
            </a:pPr>
            <a:r>
              <a:rPr lang="en" sz="1700">
                <a:solidFill>
                  <a:srgbClr val="D6D5D4"/>
                </a:solidFill>
              </a:rPr>
              <a:t>Simplified models kept simulation fast but sacrificed accuracy in metabolic dynamics</a:t>
            </a:r>
            <a:endParaRPr sz="1700">
              <a:solidFill>
                <a:srgbClr val="D6D5D4"/>
              </a:solidFill>
            </a:endParaRPr>
          </a:p>
          <a:p>
            <a:pPr indent="0" lvl="0" marL="0" rtl="0" algn="l">
              <a:lnSpc>
                <a:spcPct val="100000"/>
              </a:lnSpc>
              <a:spcBef>
                <a:spcPts val="0"/>
              </a:spcBef>
              <a:spcAft>
                <a:spcPts val="0"/>
              </a:spcAft>
              <a:buNone/>
            </a:pPr>
            <a:r>
              <a:rPr b="1" lang="en" sz="1700">
                <a:solidFill>
                  <a:srgbClr val="D6D5D4"/>
                </a:solidFill>
              </a:rPr>
              <a:t>Modularity vs. System Stability</a:t>
            </a:r>
            <a:endParaRPr b="1" sz="1700">
              <a:solidFill>
                <a:srgbClr val="D6D5D4"/>
              </a:solidFill>
            </a:endParaRPr>
          </a:p>
          <a:p>
            <a:pPr indent="-336550" lvl="0" marL="457200" rtl="0" algn="l">
              <a:lnSpc>
                <a:spcPct val="100000"/>
              </a:lnSpc>
              <a:spcBef>
                <a:spcPts val="0"/>
              </a:spcBef>
              <a:spcAft>
                <a:spcPts val="0"/>
              </a:spcAft>
              <a:buClr>
                <a:srgbClr val="D6D5D4"/>
              </a:buClr>
              <a:buSzPts val="1700"/>
              <a:buFont typeface="Archivo"/>
              <a:buChar char="●"/>
            </a:pPr>
            <a:r>
              <a:rPr lang="en" sz="1700">
                <a:solidFill>
                  <a:srgbClr val="D6D5D4"/>
                </a:solidFill>
              </a:rPr>
              <a:t>Free circuit combination boosted flexibility in circuits but made ecosystems prone to collapse</a:t>
            </a:r>
            <a:endParaRPr sz="1700">
              <a:solidFill>
                <a:srgbClr val="D6D5D4"/>
              </a:solidFill>
            </a:endParaRPr>
          </a:p>
          <a:p>
            <a:pPr indent="0" lvl="0" marL="0" rtl="0" algn="l">
              <a:lnSpc>
                <a:spcPct val="100000"/>
              </a:lnSpc>
              <a:spcBef>
                <a:spcPts val="0"/>
              </a:spcBef>
              <a:spcAft>
                <a:spcPts val="0"/>
              </a:spcAft>
              <a:buNone/>
            </a:pPr>
            <a:r>
              <a:rPr b="1" lang="en" sz="1700">
                <a:solidFill>
                  <a:srgbClr val="D6D5D4"/>
                </a:solidFill>
              </a:rPr>
              <a:t>User Accessibility vs. Model Complexity</a:t>
            </a:r>
            <a:endParaRPr b="1" sz="1700">
              <a:solidFill>
                <a:srgbClr val="D6D5D4"/>
              </a:solidFill>
            </a:endParaRPr>
          </a:p>
          <a:p>
            <a:pPr indent="-336550" lvl="0" marL="457200" rtl="0" algn="l">
              <a:lnSpc>
                <a:spcPct val="100000"/>
              </a:lnSpc>
              <a:spcBef>
                <a:spcPts val="0"/>
              </a:spcBef>
              <a:spcAft>
                <a:spcPts val="0"/>
              </a:spcAft>
              <a:buClr>
                <a:srgbClr val="D6D5D4"/>
              </a:buClr>
              <a:buSzPts val="1700"/>
              <a:buFont typeface="Archivo"/>
              <a:buChar char="●"/>
            </a:pPr>
            <a:r>
              <a:rPr lang="en" sz="1700">
                <a:solidFill>
                  <a:srgbClr val="D6D5D4"/>
                </a:solidFill>
              </a:rPr>
              <a:t>The GUI lowered the learning curve for Users but constrained parameter control</a:t>
            </a:r>
            <a:endParaRPr sz="1700">
              <a:solidFill>
                <a:srgbClr val="D6D5D4"/>
              </a:solidFill>
            </a:endParaRPr>
          </a:p>
          <a:p>
            <a:pPr indent="0" lvl="0" marL="0" rtl="0" algn="l">
              <a:lnSpc>
                <a:spcPct val="100000"/>
              </a:lnSpc>
              <a:spcBef>
                <a:spcPts val="0"/>
              </a:spcBef>
              <a:spcAft>
                <a:spcPts val="0"/>
              </a:spcAft>
              <a:buNone/>
            </a:pPr>
            <a:r>
              <a:rPr b="1" lang="en" sz="1700">
                <a:solidFill>
                  <a:srgbClr val="D6D5D4"/>
                </a:solidFill>
              </a:rPr>
              <a:t>Literature-Based Selection vs. Design Flexibility</a:t>
            </a:r>
            <a:endParaRPr b="1" sz="1700">
              <a:solidFill>
                <a:srgbClr val="D6D5D4"/>
              </a:solidFill>
            </a:endParaRPr>
          </a:p>
          <a:p>
            <a:pPr indent="-336550" lvl="0" marL="457200" rtl="0" algn="l">
              <a:lnSpc>
                <a:spcPct val="100000"/>
              </a:lnSpc>
              <a:spcBef>
                <a:spcPts val="0"/>
              </a:spcBef>
              <a:spcAft>
                <a:spcPts val="0"/>
              </a:spcAft>
              <a:buClr>
                <a:srgbClr val="D6D5D4"/>
              </a:buClr>
              <a:buSzPts val="1700"/>
              <a:buFont typeface="Archivo"/>
              <a:buChar char="●"/>
            </a:pPr>
            <a:r>
              <a:rPr lang="en" sz="1700">
                <a:solidFill>
                  <a:srgbClr val="D6D5D4"/>
                </a:solidFill>
              </a:rPr>
              <a:t>Grounding </a:t>
            </a:r>
            <a:r>
              <a:rPr lang="en" sz="1700">
                <a:solidFill>
                  <a:srgbClr val="D6D5D4"/>
                </a:solidFill>
              </a:rPr>
              <a:t>circuits in validated literature ensured biological relevance but narrowed circuit diversity</a:t>
            </a: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5" name="Shape 2345"/>
        <p:cNvGrpSpPr/>
        <p:nvPr/>
      </p:nvGrpSpPr>
      <p:grpSpPr>
        <a:xfrm>
          <a:off x="0" y="0"/>
          <a:ext cx="0" cy="0"/>
          <a:chOff x="0" y="0"/>
          <a:chExt cx="0" cy="0"/>
        </a:xfrm>
      </p:grpSpPr>
      <p:sp>
        <p:nvSpPr>
          <p:cNvPr id="2346" name="Google Shape;2346;p58"/>
          <p:cNvSpPr txBox="1"/>
          <p:nvPr>
            <p:ph type="title"/>
          </p:nvPr>
        </p:nvSpPr>
        <p:spPr>
          <a:xfrm>
            <a:off x="720000" y="933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Potential Improvements</a:t>
            </a:r>
            <a:endParaRPr/>
          </a:p>
        </p:txBody>
      </p:sp>
      <p:sp>
        <p:nvSpPr>
          <p:cNvPr id="2347" name="Google Shape;2347;p58"/>
          <p:cNvSpPr txBox="1"/>
          <p:nvPr>
            <p:ph idx="2" type="subTitle"/>
          </p:nvPr>
        </p:nvSpPr>
        <p:spPr>
          <a:xfrm>
            <a:off x="1056850" y="743575"/>
            <a:ext cx="7314600" cy="39153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Scoring relies solely on design rules </a:t>
            </a:r>
            <a:endParaRPr sz="1700">
              <a:solidFill>
                <a:srgbClr val="D6D5D4"/>
              </a:solidFill>
            </a:endParaRPr>
          </a:p>
          <a:p>
            <a:pPr indent="-336550" lvl="1" marL="914400" rtl="0" algn="l">
              <a:lnSpc>
                <a:spcPct val="115000"/>
              </a:lnSpc>
              <a:spcBef>
                <a:spcPts val="0"/>
              </a:spcBef>
              <a:spcAft>
                <a:spcPts val="0"/>
              </a:spcAft>
              <a:buClr>
                <a:srgbClr val="000000"/>
              </a:buClr>
              <a:buSzPts val="1700"/>
              <a:buFont typeface="Archivo"/>
              <a:buChar char="○"/>
            </a:pPr>
            <a:r>
              <a:rPr lang="en" sz="1700">
                <a:solidFill>
                  <a:srgbClr val="D6D5D4"/>
                </a:solidFill>
              </a:rPr>
              <a:t>experimental validation would strengthen predictive confidence</a:t>
            </a:r>
            <a:endParaRPr sz="1700">
              <a:solidFill>
                <a:srgbClr val="D6D5D4"/>
              </a:solidFill>
            </a:endParaRPr>
          </a:p>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Simulations lack uncertainty quantification</a:t>
            </a:r>
            <a:endParaRPr sz="1700">
              <a:solidFill>
                <a:srgbClr val="D6D5D4"/>
              </a:solidFill>
            </a:endParaRPr>
          </a:p>
          <a:p>
            <a:pPr indent="-336550" lvl="1" marL="914400" rtl="0" algn="l">
              <a:lnSpc>
                <a:spcPct val="115000"/>
              </a:lnSpc>
              <a:spcBef>
                <a:spcPts val="0"/>
              </a:spcBef>
              <a:spcAft>
                <a:spcPts val="0"/>
              </a:spcAft>
              <a:buClr>
                <a:srgbClr val="000000"/>
              </a:buClr>
              <a:buSzPts val="1700"/>
              <a:buFont typeface="Archivo"/>
              <a:buChar char="○"/>
            </a:pPr>
            <a:r>
              <a:rPr lang="en" sz="1700">
                <a:solidFill>
                  <a:srgbClr val="D6D5D4"/>
                </a:solidFill>
              </a:rPr>
              <a:t>adding stochastic modeling would capture biological variability</a:t>
            </a:r>
            <a:endParaRPr sz="1700">
              <a:solidFill>
                <a:srgbClr val="D6D5D4"/>
              </a:solidFill>
            </a:endParaRPr>
          </a:p>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The circuit library is static</a:t>
            </a:r>
            <a:endParaRPr sz="1700">
              <a:solidFill>
                <a:srgbClr val="D6D5D4"/>
              </a:solidFill>
            </a:endParaRPr>
          </a:p>
          <a:p>
            <a:pPr indent="-336550" lvl="1" marL="914400" rtl="0" algn="l">
              <a:lnSpc>
                <a:spcPct val="115000"/>
              </a:lnSpc>
              <a:spcBef>
                <a:spcPts val="0"/>
              </a:spcBef>
              <a:spcAft>
                <a:spcPts val="0"/>
              </a:spcAft>
              <a:buClr>
                <a:srgbClr val="000000"/>
              </a:buClr>
              <a:buSzPts val="1700"/>
              <a:buFont typeface="Archivo"/>
              <a:buChar char="○"/>
            </a:pPr>
            <a:r>
              <a:rPr lang="en" sz="1700">
                <a:solidFill>
                  <a:srgbClr val="D6D5D4"/>
                </a:solidFill>
              </a:rPr>
              <a:t> enabling user defined </a:t>
            </a:r>
            <a:r>
              <a:rPr lang="en" sz="1700">
                <a:solidFill>
                  <a:srgbClr val="D6D5D4"/>
                </a:solidFill>
              </a:rPr>
              <a:t>combinations would expand design space</a:t>
            </a:r>
            <a:endParaRPr sz="1700">
              <a:solidFill>
                <a:srgbClr val="D6D5D4"/>
              </a:solidFill>
            </a:endParaRPr>
          </a:p>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Dependency rules are manually curated </a:t>
            </a:r>
            <a:endParaRPr sz="1700">
              <a:solidFill>
                <a:srgbClr val="D6D5D4"/>
              </a:solidFill>
            </a:endParaRPr>
          </a:p>
          <a:p>
            <a:pPr indent="-336550" lvl="1" marL="914400" rtl="0" algn="l">
              <a:lnSpc>
                <a:spcPct val="115000"/>
              </a:lnSpc>
              <a:spcBef>
                <a:spcPts val="0"/>
              </a:spcBef>
              <a:spcAft>
                <a:spcPts val="0"/>
              </a:spcAft>
              <a:buClr>
                <a:srgbClr val="000000"/>
              </a:buClr>
              <a:buSzPts val="1700"/>
              <a:buFont typeface="Archivo"/>
              <a:buChar char="○"/>
            </a:pPr>
            <a:r>
              <a:rPr lang="en" sz="1700">
                <a:solidFill>
                  <a:srgbClr val="D6D5D4"/>
                </a:solidFill>
              </a:rPr>
              <a:t>Integrating automated inference would improve scalability</a:t>
            </a:r>
            <a:endParaRPr sz="1700">
              <a:solidFill>
                <a:srgbClr val="D6D5D4"/>
              </a:solidFill>
            </a:endParaRPr>
          </a:p>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Slider outputs are deterministic </a:t>
            </a:r>
            <a:endParaRPr sz="1700">
              <a:solidFill>
                <a:srgbClr val="D6D5D4"/>
              </a:solidFill>
            </a:endParaRPr>
          </a:p>
          <a:p>
            <a:pPr indent="-336550" lvl="1" marL="914400" rtl="0" algn="l">
              <a:lnSpc>
                <a:spcPct val="115000"/>
              </a:lnSpc>
              <a:spcBef>
                <a:spcPts val="0"/>
              </a:spcBef>
              <a:spcAft>
                <a:spcPts val="0"/>
              </a:spcAft>
              <a:buClr>
                <a:srgbClr val="000000"/>
              </a:buClr>
              <a:buSzPts val="1700"/>
              <a:buFont typeface="Archivo"/>
              <a:buChar char="○"/>
            </a:pPr>
            <a:r>
              <a:rPr lang="en" sz="1700">
                <a:solidFill>
                  <a:srgbClr val="D6D5D4"/>
                </a:solidFill>
              </a:rPr>
              <a:t>incorporating sensitivity ranges would better reflect real system dynamics</a:t>
            </a:r>
            <a:endParaRPr sz="1700">
              <a:solidFill>
                <a:srgbClr val="D6D5D4"/>
              </a:solidFill>
            </a:endParaRPr>
          </a:p>
          <a:p>
            <a:pPr indent="-336550" lvl="0" marL="457200" rtl="0" algn="l">
              <a:lnSpc>
                <a:spcPct val="115000"/>
              </a:lnSpc>
              <a:spcBef>
                <a:spcPts val="0"/>
              </a:spcBef>
              <a:spcAft>
                <a:spcPts val="0"/>
              </a:spcAft>
              <a:buClr>
                <a:srgbClr val="D6D5D4"/>
              </a:buClr>
              <a:buSzPts val="1700"/>
              <a:buFont typeface="Archivo"/>
              <a:buChar char="●"/>
            </a:pPr>
            <a:r>
              <a:rPr lang="en" sz="1700">
                <a:solidFill>
                  <a:srgbClr val="D6D5D4"/>
                </a:solidFill>
              </a:rPr>
              <a:t>Expanding circuit categories would increase the platform's biological coverage</a:t>
            </a:r>
            <a:endParaRPr sz="1700">
              <a:solidFill>
                <a:srgbClr val="D6D5D4"/>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id="2352" name="Google Shape;2352;p59"/>
          <p:cNvSpPr txBox="1"/>
          <p:nvPr>
            <p:ph type="title"/>
          </p:nvPr>
        </p:nvSpPr>
        <p:spPr>
          <a:xfrm>
            <a:off x="720000" y="933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Who Worked on What</a:t>
            </a:r>
            <a:endParaRPr/>
          </a:p>
        </p:txBody>
      </p:sp>
      <p:sp>
        <p:nvSpPr>
          <p:cNvPr id="2353" name="Google Shape;2353;p59"/>
          <p:cNvSpPr txBox="1"/>
          <p:nvPr>
            <p:ph idx="2" type="subTitle"/>
          </p:nvPr>
        </p:nvSpPr>
        <p:spPr>
          <a:xfrm>
            <a:off x="2139300" y="1374725"/>
            <a:ext cx="4865400" cy="1985100"/>
          </a:xfrm>
          <a:prstGeom prst="rect">
            <a:avLst/>
          </a:prstGeom>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spcBef>
                <a:spcPts val="0"/>
              </a:spcBef>
              <a:spcAft>
                <a:spcPts val="0"/>
              </a:spcAft>
              <a:buNone/>
            </a:pPr>
            <a:r>
              <a:rPr lang="en" sz="1350">
                <a:solidFill>
                  <a:schemeClr val="accent2"/>
                </a:solidFill>
              </a:rPr>
              <a:t>Literature Review: </a:t>
            </a:r>
            <a:r>
              <a:rPr lang="en" sz="1350">
                <a:solidFill>
                  <a:schemeClr val="accent6"/>
                </a:solidFill>
              </a:rPr>
              <a:t>Jaleel</a:t>
            </a:r>
            <a:endParaRPr sz="1350">
              <a:solidFill>
                <a:schemeClr val="accent6"/>
              </a:solidFill>
            </a:endParaRPr>
          </a:p>
          <a:p>
            <a:pPr indent="0" lvl="0" marL="914400" rtl="0" algn="l">
              <a:spcBef>
                <a:spcPts val="1600"/>
              </a:spcBef>
              <a:spcAft>
                <a:spcPts val="0"/>
              </a:spcAft>
              <a:buNone/>
            </a:pPr>
            <a:r>
              <a:rPr lang="en" sz="1350">
                <a:solidFill>
                  <a:schemeClr val="accent2"/>
                </a:solidFill>
              </a:rPr>
              <a:t>Knox Circuits: </a:t>
            </a:r>
            <a:r>
              <a:rPr lang="en" sz="1350">
                <a:solidFill>
                  <a:srgbClr val="FFFFFF"/>
                </a:solidFill>
              </a:rPr>
              <a:t>Nora &amp; Jon</a:t>
            </a:r>
            <a:endParaRPr sz="1350">
              <a:solidFill>
                <a:srgbClr val="FFFFFF"/>
              </a:solidFill>
            </a:endParaRPr>
          </a:p>
          <a:p>
            <a:pPr indent="0" lvl="0" marL="914400" rtl="0" algn="l">
              <a:spcBef>
                <a:spcPts val="1600"/>
              </a:spcBef>
              <a:spcAft>
                <a:spcPts val="0"/>
              </a:spcAft>
              <a:buNone/>
            </a:pPr>
            <a:r>
              <a:rPr lang="en" sz="1350">
                <a:solidFill>
                  <a:schemeClr val="accent2"/>
                </a:solidFill>
              </a:rPr>
              <a:t>Simulations: </a:t>
            </a:r>
            <a:r>
              <a:rPr lang="en" sz="1350">
                <a:solidFill>
                  <a:srgbClr val="FFFFFF"/>
                </a:solidFill>
              </a:rPr>
              <a:t>Nora, Jon, Jaleel, William</a:t>
            </a:r>
            <a:endParaRPr sz="1350">
              <a:solidFill>
                <a:srgbClr val="FFFFFF"/>
              </a:solidFill>
            </a:endParaRPr>
          </a:p>
          <a:p>
            <a:pPr indent="0" lvl="0" marL="914400" rtl="0" algn="l">
              <a:spcBef>
                <a:spcPts val="1600"/>
              </a:spcBef>
              <a:spcAft>
                <a:spcPts val="1600"/>
              </a:spcAft>
              <a:buNone/>
            </a:pPr>
            <a:r>
              <a:rPr lang="en" sz="1350">
                <a:solidFill>
                  <a:schemeClr val="accent2"/>
                </a:solidFill>
              </a:rPr>
              <a:t>GUI interface: </a:t>
            </a:r>
            <a:r>
              <a:rPr lang="en" sz="1350">
                <a:solidFill>
                  <a:srgbClr val="FFFFFF"/>
                </a:solidFill>
              </a:rPr>
              <a:t>Nora, Jon, Jaleel, William</a:t>
            </a:r>
            <a:endParaRPr sz="135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A2D5A"/>
            </a:gs>
            <a:gs pos="100000">
              <a:srgbClr val="010101"/>
            </a:gs>
          </a:gsLst>
          <a:lin ang="5400012" scaled="0"/>
        </a:gradFill>
      </p:bgPr>
    </p:bg>
    <p:spTree>
      <p:nvGrpSpPr>
        <p:cNvPr id="2357" name="Shape 2357"/>
        <p:cNvGrpSpPr/>
        <p:nvPr/>
      </p:nvGrpSpPr>
      <p:grpSpPr>
        <a:xfrm>
          <a:off x="0" y="0"/>
          <a:ext cx="0" cy="0"/>
          <a:chOff x="0" y="0"/>
          <a:chExt cx="0" cy="0"/>
        </a:xfrm>
      </p:grpSpPr>
      <p:sp>
        <p:nvSpPr>
          <p:cNvPr id="2358" name="Google Shape;2358;p60"/>
          <p:cNvSpPr txBox="1"/>
          <p:nvPr>
            <p:ph type="title"/>
          </p:nvPr>
        </p:nvSpPr>
        <p:spPr>
          <a:xfrm>
            <a:off x="2347950" y="540000"/>
            <a:ext cx="4448100" cy="13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2"/>
                </a:solidFill>
              </a:rPr>
              <a:t>Thanks!</a:t>
            </a:r>
            <a:endParaRPr>
              <a:solidFill>
                <a:schemeClr val="accent2"/>
              </a:solidFill>
            </a:endParaRPr>
          </a:p>
        </p:txBody>
      </p:sp>
      <p:sp>
        <p:nvSpPr>
          <p:cNvPr id="2359" name="Google Shape;2359;p60"/>
          <p:cNvSpPr txBox="1"/>
          <p:nvPr>
            <p:ph idx="1" type="subTitle"/>
          </p:nvPr>
        </p:nvSpPr>
        <p:spPr>
          <a:xfrm>
            <a:off x="2322050" y="1961875"/>
            <a:ext cx="4448100" cy="1436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rPr>
              <a:t>GitHub: </a:t>
            </a:r>
            <a:endParaRPr b="1" sz="1800">
              <a:solidFill>
                <a:schemeClr val="dk1"/>
              </a:solidFill>
            </a:endParaRPr>
          </a:p>
          <a:p>
            <a:pPr indent="0" lvl="0" marL="0" rtl="0" algn="l">
              <a:spcBef>
                <a:spcPts val="0"/>
              </a:spcBef>
              <a:spcAft>
                <a:spcPts val="0"/>
              </a:spcAft>
              <a:buNone/>
            </a:pPr>
            <a:r>
              <a:rPr lang="en" sz="1100" u="sng">
                <a:solidFill>
                  <a:schemeClr val="hlink"/>
                </a:solidFill>
                <a:latin typeface="Arial"/>
                <a:ea typeface="Arial"/>
                <a:cs typeface="Arial"/>
                <a:sym typeface="Arial"/>
                <a:hlinkClick r:id="rId3"/>
              </a:rPr>
              <a:t>millerjd-netizen/Microbial_Cell_Ecosystem: Microbial Cell Ecosystem: a terminal-first E. coli + Geobacter co-culture design recommender with KNOX-inspired circuit selection, Tellurium verification, uncertainty-aware scoring, and optional calibration support</a:t>
            </a:r>
            <a:r>
              <a:rPr lang="en" sz="1100">
                <a:solidFill>
                  <a:srgbClr val="000000"/>
                </a:solidFill>
                <a:latin typeface="Arial"/>
                <a:ea typeface="Arial"/>
                <a:cs typeface="Arial"/>
                <a:sym typeface="Arial"/>
              </a:rPr>
              <a:t> </a:t>
            </a:r>
            <a:endParaRPr sz="1800">
              <a:solidFill>
                <a:schemeClr val="dk1"/>
              </a:solidFill>
            </a:endParaRPr>
          </a:p>
        </p:txBody>
      </p:sp>
      <p:grpSp>
        <p:nvGrpSpPr>
          <p:cNvPr id="2360" name="Google Shape;2360;p60"/>
          <p:cNvGrpSpPr/>
          <p:nvPr/>
        </p:nvGrpSpPr>
        <p:grpSpPr>
          <a:xfrm rot="3214149">
            <a:off x="7596129" y="2949965"/>
            <a:ext cx="341583" cy="347323"/>
            <a:chOff x="3690975" y="407750"/>
            <a:chExt cx="976647" cy="993288"/>
          </a:xfrm>
        </p:grpSpPr>
        <p:sp>
          <p:nvSpPr>
            <p:cNvPr id="2361" name="Google Shape;2361;p60"/>
            <p:cNvSpPr/>
            <p:nvPr/>
          </p:nvSpPr>
          <p:spPr>
            <a:xfrm>
              <a:off x="3690975" y="407750"/>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60"/>
            <p:cNvSpPr/>
            <p:nvPr/>
          </p:nvSpPr>
          <p:spPr>
            <a:xfrm>
              <a:off x="4315122" y="704330"/>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60"/>
            <p:cNvSpPr/>
            <p:nvPr/>
          </p:nvSpPr>
          <p:spPr>
            <a:xfrm>
              <a:off x="3690980" y="1048838"/>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60"/>
            <p:cNvSpPr/>
            <p:nvPr/>
          </p:nvSpPr>
          <p:spPr>
            <a:xfrm>
              <a:off x="3840125" y="681350"/>
              <a:ext cx="41700" cy="52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60"/>
            <p:cNvSpPr/>
            <p:nvPr/>
          </p:nvSpPr>
          <p:spPr>
            <a:xfrm rot="-3282171">
              <a:off x="4197052" y="500658"/>
              <a:ext cx="41536" cy="52142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60"/>
            <p:cNvSpPr/>
            <p:nvPr/>
          </p:nvSpPr>
          <p:spPr>
            <a:xfrm rot="3606066">
              <a:off x="4197135" y="793728"/>
              <a:ext cx="41527" cy="52136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7" name="Google Shape;2367;p60"/>
          <p:cNvGrpSpPr/>
          <p:nvPr/>
        </p:nvGrpSpPr>
        <p:grpSpPr>
          <a:xfrm rot="3214149">
            <a:off x="2024004" y="1943765"/>
            <a:ext cx="341583" cy="347323"/>
            <a:chOff x="3690975" y="407750"/>
            <a:chExt cx="976647" cy="993288"/>
          </a:xfrm>
        </p:grpSpPr>
        <p:sp>
          <p:nvSpPr>
            <p:cNvPr id="2368" name="Google Shape;2368;p60"/>
            <p:cNvSpPr/>
            <p:nvPr/>
          </p:nvSpPr>
          <p:spPr>
            <a:xfrm>
              <a:off x="3690975" y="407750"/>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60"/>
            <p:cNvSpPr/>
            <p:nvPr/>
          </p:nvSpPr>
          <p:spPr>
            <a:xfrm>
              <a:off x="4315122" y="704330"/>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60"/>
            <p:cNvSpPr/>
            <p:nvPr/>
          </p:nvSpPr>
          <p:spPr>
            <a:xfrm>
              <a:off x="3690980" y="1048838"/>
              <a:ext cx="352500" cy="352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60"/>
            <p:cNvSpPr/>
            <p:nvPr/>
          </p:nvSpPr>
          <p:spPr>
            <a:xfrm>
              <a:off x="3840125" y="681350"/>
              <a:ext cx="41700" cy="52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60"/>
            <p:cNvSpPr/>
            <p:nvPr/>
          </p:nvSpPr>
          <p:spPr>
            <a:xfrm rot="-3282171">
              <a:off x="4197052" y="500658"/>
              <a:ext cx="41536" cy="52142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60"/>
            <p:cNvSpPr/>
            <p:nvPr/>
          </p:nvSpPr>
          <p:spPr>
            <a:xfrm rot="3606066">
              <a:off x="4197135" y="793728"/>
              <a:ext cx="41527" cy="52136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4" name="Google Shape;2374;p60"/>
          <p:cNvGrpSpPr/>
          <p:nvPr/>
        </p:nvGrpSpPr>
        <p:grpSpPr>
          <a:xfrm>
            <a:off x="299262" y="263401"/>
            <a:ext cx="827937" cy="4616694"/>
            <a:chOff x="1273225" y="238125"/>
            <a:chExt cx="911925" cy="5085025"/>
          </a:xfrm>
        </p:grpSpPr>
        <p:sp>
          <p:nvSpPr>
            <p:cNvPr id="2375" name="Google Shape;2375;p60"/>
            <p:cNvSpPr/>
            <p:nvPr/>
          </p:nvSpPr>
          <p:spPr>
            <a:xfrm>
              <a:off x="1273225" y="2647600"/>
              <a:ext cx="911925" cy="1470725"/>
            </a:xfrm>
            <a:custGeom>
              <a:rect b="b" l="l" r="r" t="t"/>
              <a:pathLst>
                <a:path extrusionOk="0" h="58829" w="36477">
                  <a:moveTo>
                    <a:pt x="0" y="1"/>
                  </a:moveTo>
                  <a:lnTo>
                    <a:pt x="0" y="10639"/>
                  </a:lnTo>
                  <a:cubicBezTo>
                    <a:pt x="0" y="22352"/>
                    <a:pt x="9632" y="29765"/>
                    <a:pt x="18240" y="34734"/>
                  </a:cubicBezTo>
                  <a:cubicBezTo>
                    <a:pt x="26845" y="39703"/>
                    <a:pt x="36477" y="47116"/>
                    <a:pt x="36477" y="58829"/>
                  </a:cubicBezTo>
                  <a:lnTo>
                    <a:pt x="36477" y="48188"/>
                  </a:lnTo>
                  <a:cubicBezTo>
                    <a:pt x="36477" y="36475"/>
                    <a:pt x="26845" y="29062"/>
                    <a:pt x="18240" y="24093"/>
                  </a:cubicBezTo>
                  <a:cubicBezTo>
                    <a:pt x="9632" y="19126"/>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60"/>
            <p:cNvSpPr/>
            <p:nvPr/>
          </p:nvSpPr>
          <p:spPr>
            <a:xfrm>
              <a:off x="1273225" y="1442850"/>
              <a:ext cx="911925" cy="1470800"/>
            </a:xfrm>
            <a:custGeom>
              <a:rect b="b" l="l" r="r" t="t"/>
              <a:pathLst>
                <a:path extrusionOk="0" h="58832" w="36477">
                  <a:moveTo>
                    <a:pt x="0" y="1"/>
                  </a:moveTo>
                  <a:lnTo>
                    <a:pt x="0" y="10642"/>
                  </a:lnTo>
                  <a:cubicBezTo>
                    <a:pt x="0" y="22355"/>
                    <a:pt x="9632" y="29767"/>
                    <a:pt x="18240" y="34737"/>
                  </a:cubicBezTo>
                  <a:cubicBezTo>
                    <a:pt x="26847" y="39706"/>
                    <a:pt x="36477" y="47119"/>
                    <a:pt x="36477" y="58832"/>
                  </a:cubicBezTo>
                  <a:lnTo>
                    <a:pt x="36477" y="48191"/>
                  </a:lnTo>
                  <a:cubicBezTo>
                    <a:pt x="36477" y="36478"/>
                    <a:pt x="26845" y="29065"/>
                    <a:pt x="18240" y="24096"/>
                  </a:cubicBezTo>
                  <a:cubicBezTo>
                    <a:pt x="9632" y="19127"/>
                    <a:pt x="0" y="11714"/>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60"/>
            <p:cNvSpPr/>
            <p:nvPr/>
          </p:nvSpPr>
          <p:spPr>
            <a:xfrm>
              <a:off x="1273225" y="238125"/>
              <a:ext cx="911925" cy="1470775"/>
            </a:xfrm>
            <a:custGeom>
              <a:rect b="b" l="l" r="r" t="t"/>
              <a:pathLst>
                <a:path extrusionOk="0" h="58831" w="36477">
                  <a:moveTo>
                    <a:pt x="0" y="0"/>
                  </a:moveTo>
                  <a:lnTo>
                    <a:pt x="0" y="10641"/>
                  </a:lnTo>
                  <a:cubicBezTo>
                    <a:pt x="0" y="22354"/>
                    <a:pt x="9632" y="29767"/>
                    <a:pt x="18240" y="34736"/>
                  </a:cubicBezTo>
                  <a:cubicBezTo>
                    <a:pt x="26845" y="39705"/>
                    <a:pt x="36477" y="47118"/>
                    <a:pt x="36477" y="58831"/>
                  </a:cubicBezTo>
                  <a:lnTo>
                    <a:pt x="36477" y="48190"/>
                  </a:lnTo>
                  <a:cubicBezTo>
                    <a:pt x="36477" y="36477"/>
                    <a:pt x="26847"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60"/>
            <p:cNvSpPr/>
            <p:nvPr/>
          </p:nvSpPr>
          <p:spPr>
            <a:xfrm>
              <a:off x="1273225" y="1442850"/>
              <a:ext cx="911925" cy="1470800"/>
            </a:xfrm>
            <a:custGeom>
              <a:rect b="b" l="l" r="r" t="t"/>
              <a:pathLst>
                <a:path extrusionOk="0" h="58832" w="36477">
                  <a:moveTo>
                    <a:pt x="36477" y="1"/>
                  </a:moveTo>
                  <a:cubicBezTo>
                    <a:pt x="36477" y="11714"/>
                    <a:pt x="26847" y="19127"/>
                    <a:pt x="18240" y="24096"/>
                  </a:cubicBezTo>
                  <a:cubicBezTo>
                    <a:pt x="9632" y="29065"/>
                    <a:pt x="0" y="36478"/>
                    <a:pt x="0" y="48191"/>
                  </a:cubicBezTo>
                  <a:lnTo>
                    <a:pt x="0" y="58832"/>
                  </a:lnTo>
                  <a:cubicBezTo>
                    <a:pt x="0" y="47119"/>
                    <a:pt x="9632" y="39706"/>
                    <a:pt x="18240" y="34737"/>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60"/>
            <p:cNvSpPr/>
            <p:nvPr/>
          </p:nvSpPr>
          <p:spPr>
            <a:xfrm>
              <a:off x="1273225" y="238125"/>
              <a:ext cx="911925" cy="1470775"/>
            </a:xfrm>
            <a:custGeom>
              <a:rect b="b" l="l" r="r" t="t"/>
              <a:pathLst>
                <a:path extrusionOk="0" h="58831" w="36477">
                  <a:moveTo>
                    <a:pt x="36477" y="0"/>
                  </a:moveTo>
                  <a:cubicBezTo>
                    <a:pt x="36477" y="11713"/>
                    <a:pt x="26845" y="19126"/>
                    <a:pt x="18240" y="24095"/>
                  </a:cubicBezTo>
                  <a:cubicBezTo>
                    <a:pt x="9632" y="29064"/>
                    <a:pt x="0" y="36477"/>
                    <a:pt x="0" y="48190"/>
                  </a:cubicBezTo>
                  <a:lnTo>
                    <a:pt x="0" y="58831"/>
                  </a:lnTo>
                  <a:cubicBezTo>
                    <a:pt x="0" y="47118"/>
                    <a:pt x="9632" y="39705"/>
                    <a:pt x="18240" y="34736"/>
                  </a:cubicBezTo>
                  <a:cubicBezTo>
                    <a:pt x="26847"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60"/>
            <p:cNvSpPr/>
            <p:nvPr/>
          </p:nvSpPr>
          <p:spPr>
            <a:xfrm>
              <a:off x="1273225" y="3852350"/>
              <a:ext cx="911925" cy="1470800"/>
            </a:xfrm>
            <a:custGeom>
              <a:rect b="b" l="l" r="r" t="t"/>
              <a:pathLst>
                <a:path extrusionOk="0" h="58832" w="36477">
                  <a:moveTo>
                    <a:pt x="0" y="0"/>
                  </a:moveTo>
                  <a:lnTo>
                    <a:pt x="0" y="10641"/>
                  </a:lnTo>
                  <a:cubicBezTo>
                    <a:pt x="0" y="22354"/>
                    <a:pt x="9632" y="29767"/>
                    <a:pt x="18240" y="34736"/>
                  </a:cubicBezTo>
                  <a:cubicBezTo>
                    <a:pt x="26847" y="39705"/>
                    <a:pt x="36477" y="47118"/>
                    <a:pt x="36477" y="58831"/>
                  </a:cubicBezTo>
                  <a:lnTo>
                    <a:pt x="36477" y="48190"/>
                  </a:lnTo>
                  <a:cubicBezTo>
                    <a:pt x="36477" y="36477"/>
                    <a:pt x="26845" y="29064"/>
                    <a:pt x="18240" y="24095"/>
                  </a:cubicBezTo>
                  <a:cubicBezTo>
                    <a:pt x="9632" y="19126"/>
                    <a:pt x="0" y="11713"/>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60"/>
            <p:cNvSpPr/>
            <p:nvPr/>
          </p:nvSpPr>
          <p:spPr>
            <a:xfrm>
              <a:off x="1273225" y="3852350"/>
              <a:ext cx="911925" cy="1470800"/>
            </a:xfrm>
            <a:custGeom>
              <a:rect b="b" l="l" r="r" t="t"/>
              <a:pathLst>
                <a:path extrusionOk="0" h="58832" w="36477">
                  <a:moveTo>
                    <a:pt x="36477" y="0"/>
                  </a:moveTo>
                  <a:cubicBezTo>
                    <a:pt x="36477" y="11713"/>
                    <a:pt x="26847" y="19124"/>
                    <a:pt x="18240" y="24095"/>
                  </a:cubicBezTo>
                  <a:cubicBezTo>
                    <a:pt x="9632" y="29064"/>
                    <a:pt x="0" y="36477"/>
                    <a:pt x="0" y="48190"/>
                  </a:cubicBezTo>
                  <a:lnTo>
                    <a:pt x="0" y="58831"/>
                  </a:lnTo>
                  <a:cubicBezTo>
                    <a:pt x="0" y="47118"/>
                    <a:pt x="9632" y="39705"/>
                    <a:pt x="18240" y="34736"/>
                  </a:cubicBezTo>
                  <a:cubicBezTo>
                    <a:pt x="26845" y="29767"/>
                    <a:pt x="36477" y="22354"/>
                    <a:pt x="36477" y="10641"/>
                  </a:cubicBezTo>
                  <a:lnTo>
                    <a:pt x="364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60"/>
            <p:cNvSpPr/>
            <p:nvPr/>
          </p:nvSpPr>
          <p:spPr>
            <a:xfrm>
              <a:off x="1273225" y="2647600"/>
              <a:ext cx="911925" cy="1470800"/>
            </a:xfrm>
            <a:custGeom>
              <a:rect b="b" l="l" r="r" t="t"/>
              <a:pathLst>
                <a:path extrusionOk="0" h="58832" w="36477">
                  <a:moveTo>
                    <a:pt x="36477" y="1"/>
                  </a:moveTo>
                  <a:cubicBezTo>
                    <a:pt x="36477" y="11714"/>
                    <a:pt x="26845" y="19126"/>
                    <a:pt x="18240" y="24095"/>
                  </a:cubicBezTo>
                  <a:cubicBezTo>
                    <a:pt x="9632" y="29065"/>
                    <a:pt x="0" y="36477"/>
                    <a:pt x="0" y="48190"/>
                  </a:cubicBezTo>
                  <a:lnTo>
                    <a:pt x="0" y="58831"/>
                  </a:lnTo>
                  <a:cubicBezTo>
                    <a:pt x="0" y="47118"/>
                    <a:pt x="9632" y="39706"/>
                    <a:pt x="18240" y="34736"/>
                  </a:cubicBezTo>
                  <a:cubicBezTo>
                    <a:pt x="26845" y="29767"/>
                    <a:pt x="36477" y="22355"/>
                    <a:pt x="36477" y="10642"/>
                  </a:cubicBezTo>
                  <a:lnTo>
                    <a:pt x="36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60"/>
            <p:cNvSpPr/>
            <p:nvPr/>
          </p:nvSpPr>
          <p:spPr>
            <a:xfrm>
              <a:off x="1729200" y="1556350"/>
              <a:ext cx="375075" cy="39075"/>
            </a:xfrm>
            <a:custGeom>
              <a:rect b="b" l="l" r="r" t="t"/>
              <a:pathLst>
                <a:path extrusionOk="0" h="1563" w="15003">
                  <a:moveTo>
                    <a:pt x="1" y="0"/>
                  </a:moveTo>
                  <a:lnTo>
                    <a:pt x="1" y="1562"/>
                  </a:lnTo>
                  <a:lnTo>
                    <a:pt x="14222" y="1562"/>
                  </a:lnTo>
                  <a:cubicBezTo>
                    <a:pt x="14652" y="1562"/>
                    <a:pt x="15002" y="1212"/>
                    <a:pt x="15002" y="782"/>
                  </a:cubicBezTo>
                  <a:cubicBezTo>
                    <a:pt x="15002" y="350"/>
                    <a:pt x="14652" y="0"/>
                    <a:pt x="14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60"/>
            <p:cNvSpPr/>
            <p:nvPr/>
          </p:nvSpPr>
          <p:spPr>
            <a:xfrm>
              <a:off x="1354100" y="1556350"/>
              <a:ext cx="375125" cy="39075"/>
            </a:xfrm>
            <a:custGeom>
              <a:rect b="b" l="l" r="r" t="t"/>
              <a:pathLst>
                <a:path extrusionOk="0" h="1563" w="15005">
                  <a:moveTo>
                    <a:pt x="780" y="0"/>
                  </a:moveTo>
                  <a:cubicBezTo>
                    <a:pt x="351" y="0"/>
                    <a:pt x="1" y="350"/>
                    <a:pt x="1" y="782"/>
                  </a:cubicBezTo>
                  <a:cubicBezTo>
                    <a:pt x="1" y="1212"/>
                    <a:pt x="351" y="1562"/>
                    <a:pt x="780" y="1562"/>
                  </a:cubicBezTo>
                  <a:lnTo>
                    <a:pt x="15005" y="1562"/>
                  </a:lnTo>
                  <a:lnTo>
                    <a:pt x="150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60"/>
            <p:cNvSpPr/>
            <p:nvPr/>
          </p:nvSpPr>
          <p:spPr>
            <a:xfrm>
              <a:off x="1729200" y="1393950"/>
              <a:ext cx="293825" cy="39100"/>
            </a:xfrm>
            <a:custGeom>
              <a:rect b="b" l="l" r="r" t="t"/>
              <a:pathLst>
                <a:path extrusionOk="0" h="1564" w="11753">
                  <a:moveTo>
                    <a:pt x="1" y="1"/>
                  </a:moveTo>
                  <a:lnTo>
                    <a:pt x="1" y="1563"/>
                  </a:lnTo>
                  <a:lnTo>
                    <a:pt x="10987" y="1563"/>
                  </a:lnTo>
                  <a:cubicBezTo>
                    <a:pt x="11412" y="1556"/>
                    <a:pt x="11752" y="1208"/>
                    <a:pt x="11752" y="783"/>
                  </a:cubicBezTo>
                  <a:cubicBezTo>
                    <a:pt x="11752" y="358"/>
                    <a:pt x="11412" y="11"/>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60"/>
            <p:cNvSpPr/>
            <p:nvPr/>
          </p:nvSpPr>
          <p:spPr>
            <a:xfrm>
              <a:off x="1435350" y="139395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60"/>
            <p:cNvSpPr/>
            <p:nvPr/>
          </p:nvSpPr>
          <p:spPr>
            <a:xfrm>
              <a:off x="1729200" y="1231650"/>
              <a:ext cx="178825" cy="39025"/>
            </a:xfrm>
            <a:custGeom>
              <a:rect b="b" l="l" r="r" t="t"/>
              <a:pathLst>
                <a:path extrusionOk="0" h="1561" w="7153">
                  <a:moveTo>
                    <a:pt x="1" y="0"/>
                  </a:moveTo>
                  <a:lnTo>
                    <a:pt x="1" y="1560"/>
                  </a:lnTo>
                  <a:lnTo>
                    <a:pt x="6373" y="1560"/>
                  </a:lnTo>
                  <a:cubicBezTo>
                    <a:pt x="6802" y="1560"/>
                    <a:pt x="7152" y="1212"/>
                    <a:pt x="7152" y="780"/>
                  </a:cubicBezTo>
                  <a:cubicBezTo>
                    <a:pt x="7152" y="350"/>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60"/>
            <p:cNvSpPr/>
            <p:nvPr/>
          </p:nvSpPr>
          <p:spPr>
            <a:xfrm>
              <a:off x="1550350" y="1231650"/>
              <a:ext cx="178875" cy="39025"/>
            </a:xfrm>
            <a:custGeom>
              <a:rect b="b" l="l" r="r" t="t"/>
              <a:pathLst>
                <a:path extrusionOk="0" h="1561" w="7155">
                  <a:moveTo>
                    <a:pt x="783" y="0"/>
                  </a:moveTo>
                  <a:cubicBezTo>
                    <a:pt x="350" y="0"/>
                    <a:pt x="0" y="350"/>
                    <a:pt x="0" y="780"/>
                  </a:cubicBezTo>
                  <a:cubicBezTo>
                    <a:pt x="0" y="1212"/>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60"/>
            <p:cNvSpPr/>
            <p:nvPr/>
          </p:nvSpPr>
          <p:spPr>
            <a:xfrm>
              <a:off x="1729200" y="1718725"/>
              <a:ext cx="294175" cy="39075"/>
            </a:xfrm>
            <a:custGeom>
              <a:rect b="b" l="l" r="r" t="t"/>
              <a:pathLst>
                <a:path extrusionOk="0" h="1563" w="11767">
                  <a:moveTo>
                    <a:pt x="1" y="0"/>
                  </a:moveTo>
                  <a:lnTo>
                    <a:pt x="1" y="1563"/>
                  </a:lnTo>
                  <a:lnTo>
                    <a:pt x="10987" y="1563"/>
                  </a:lnTo>
                  <a:cubicBezTo>
                    <a:pt x="11419" y="1560"/>
                    <a:pt x="11767" y="1212"/>
                    <a:pt x="11767" y="780"/>
                  </a:cubicBezTo>
                  <a:cubicBezTo>
                    <a:pt x="11767" y="350"/>
                    <a:pt x="11419" y="0"/>
                    <a:pt x="10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60"/>
            <p:cNvSpPr/>
            <p:nvPr/>
          </p:nvSpPr>
          <p:spPr>
            <a:xfrm>
              <a:off x="1435000" y="1718725"/>
              <a:ext cx="294175" cy="39075"/>
            </a:xfrm>
            <a:custGeom>
              <a:rect b="b" l="l" r="r" t="t"/>
              <a:pathLst>
                <a:path extrusionOk="0" h="1563" w="11767">
                  <a:moveTo>
                    <a:pt x="780" y="0"/>
                  </a:moveTo>
                  <a:cubicBezTo>
                    <a:pt x="348" y="0"/>
                    <a:pt x="0" y="350"/>
                    <a:pt x="0" y="780"/>
                  </a:cubicBezTo>
                  <a:cubicBezTo>
                    <a:pt x="0" y="1212"/>
                    <a:pt x="348" y="1560"/>
                    <a:pt x="780" y="1563"/>
                  </a:cubicBezTo>
                  <a:lnTo>
                    <a:pt x="11766" y="1563"/>
                  </a:lnTo>
                  <a:lnTo>
                    <a:pt x="117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60"/>
            <p:cNvSpPr/>
            <p:nvPr/>
          </p:nvSpPr>
          <p:spPr>
            <a:xfrm>
              <a:off x="1729200" y="1881100"/>
              <a:ext cx="178825" cy="39025"/>
            </a:xfrm>
            <a:custGeom>
              <a:rect b="b" l="l" r="r" t="t"/>
              <a:pathLst>
                <a:path extrusionOk="0" h="1561" w="7153">
                  <a:moveTo>
                    <a:pt x="1" y="0"/>
                  </a:moveTo>
                  <a:lnTo>
                    <a:pt x="1" y="1560"/>
                  </a:lnTo>
                  <a:lnTo>
                    <a:pt x="6373" y="1560"/>
                  </a:lnTo>
                  <a:cubicBezTo>
                    <a:pt x="6802" y="1560"/>
                    <a:pt x="7152" y="1210"/>
                    <a:pt x="7152" y="780"/>
                  </a:cubicBezTo>
                  <a:cubicBezTo>
                    <a:pt x="7152" y="348"/>
                    <a:pt x="6802" y="0"/>
                    <a:pt x="6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0"/>
            <p:cNvSpPr/>
            <p:nvPr/>
          </p:nvSpPr>
          <p:spPr>
            <a:xfrm>
              <a:off x="1550350" y="1881100"/>
              <a:ext cx="178875" cy="39025"/>
            </a:xfrm>
            <a:custGeom>
              <a:rect b="b" l="l" r="r" t="t"/>
              <a:pathLst>
                <a:path extrusionOk="0" h="1561" w="7155">
                  <a:moveTo>
                    <a:pt x="783" y="0"/>
                  </a:moveTo>
                  <a:cubicBezTo>
                    <a:pt x="350" y="0"/>
                    <a:pt x="0" y="348"/>
                    <a:pt x="0" y="780"/>
                  </a:cubicBezTo>
                  <a:cubicBezTo>
                    <a:pt x="0" y="1210"/>
                    <a:pt x="350" y="1560"/>
                    <a:pt x="783" y="1560"/>
                  </a:cubicBezTo>
                  <a:lnTo>
                    <a:pt x="7155" y="1560"/>
                  </a:lnTo>
                  <a:lnTo>
                    <a:pt x="71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0"/>
            <p:cNvSpPr/>
            <p:nvPr/>
          </p:nvSpPr>
          <p:spPr>
            <a:xfrm>
              <a:off x="1354450" y="2761075"/>
              <a:ext cx="374775" cy="39100"/>
            </a:xfrm>
            <a:custGeom>
              <a:rect b="b" l="l" r="r" t="t"/>
              <a:pathLst>
                <a:path extrusionOk="0" h="1564" w="14991">
                  <a:moveTo>
                    <a:pt x="766" y="1"/>
                  </a:moveTo>
                  <a:cubicBezTo>
                    <a:pt x="341" y="8"/>
                    <a:pt x="1" y="356"/>
                    <a:pt x="1" y="781"/>
                  </a:cubicBezTo>
                  <a:cubicBezTo>
                    <a:pt x="1" y="1206"/>
                    <a:pt x="341" y="1554"/>
                    <a:pt x="766" y="1563"/>
                  </a:cubicBezTo>
                  <a:lnTo>
                    <a:pt x="14991" y="1563"/>
                  </a:lnTo>
                  <a:lnTo>
                    <a:pt x="14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60"/>
            <p:cNvSpPr/>
            <p:nvPr/>
          </p:nvSpPr>
          <p:spPr>
            <a:xfrm>
              <a:off x="1729200" y="2761075"/>
              <a:ext cx="374700" cy="39100"/>
            </a:xfrm>
            <a:custGeom>
              <a:rect b="b" l="l" r="r" t="t"/>
              <a:pathLst>
                <a:path extrusionOk="0" h="1564" w="14988">
                  <a:moveTo>
                    <a:pt x="1" y="1"/>
                  </a:moveTo>
                  <a:lnTo>
                    <a:pt x="1" y="1563"/>
                  </a:lnTo>
                  <a:lnTo>
                    <a:pt x="14222" y="1563"/>
                  </a:lnTo>
                  <a:cubicBezTo>
                    <a:pt x="14647" y="1554"/>
                    <a:pt x="14988" y="1206"/>
                    <a:pt x="14988" y="781"/>
                  </a:cubicBezTo>
                  <a:cubicBezTo>
                    <a:pt x="14988" y="356"/>
                    <a:pt x="14647" y="8"/>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60"/>
            <p:cNvSpPr/>
            <p:nvPr/>
          </p:nvSpPr>
          <p:spPr>
            <a:xfrm>
              <a:off x="1435000" y="2923475"/>
              <a:ext cx="294175" cy="39000"/>
            </a:xfrm>
            <a:custGeom>
              <a:rect b="b" l="l" r="r" t="t"/>
              <a:pathLst>
                <a:path extrusionOk="0" h="1560" w="11767">
                  <a:moveTo>
                    <a:pt x="780" y="0"/>
                  </a:moveTo>
                  <a:cubicBezTo>
                    <a:pt x="348" y="0"/>
                    <a:pt x="0" y="348"/>
                    <a:pt x="0" y="780"/>
                  </a:cubicBezTo>
                  <a:cubicBezTo>
                    <a:pt x="0" y="1212"/>
                    <a:pt x="348" y="1560"/>
                    <a:pt x="780" y="1560"/>
                  </a:cubicBezTo>
                  <a:lnTo>
                    <a:pt x="11766" y="1560"/>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60"/>
            <p:cNvSpPr/>
            <p:nvPr/>
          </p:nvSpPr>
          <p:spPr>
            <a:xfrm>
              <a:off x="1729200" y="2923475"/>
              <a:ext cx="294175" cy="39000"/>
            </a:xfrm>
            <a:custGeom>
              <a:rect b="b" l="l" r="r" t="t"/>
              <a:pathLst>
                <a:path extrusionOk="0" h="1560" w="11767">
                  <a:moveTo>
                    <a:pt x="1" y="0"/>
                  </a:moveTo>
                  <a:lnTo>
                    <a:pt x="1" y="1560"/>
                  </a:lnTo>
                  <a:lnTo>
                    <a:pt x="10987" y="1560"/>
                  </a:lnTo>
                  <a:cubicBezTo>
                    <a:pt x="11419" y="1560"/>
                    <a:pt x="11767" y="1212"/>
                    <a:pt x="11767" y="780"/>
                  </a:cubicBezTo>
                  <a:cubicBezTo>
                    <a:pt x="11767" y="348"/>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60"/>
            <p:cNvSpPr/>
            <p:nvPr/>
          </p:nvSpPr>
          <p:spPr>
            <a:xfrm>
              <a:off x="1550350" y="3085775"/>
              <a:ext cx="178875" cy="39100"/>
            </a:xfrm>
            <a:custGeom>
              <a:rect b="b" l="l" r="r" t="t"/>
              <a:pathLst>
                <a:path extrusionOk="0" h="1564" w="7155">
                  <a:moveTo>
                    <a:pt x="783" y="1"/>
                  </a:moveTo>
                  <a:cubicBezTo>
                    <a:pt x="350" y="1"/>
                    <a:pt x="0" y="351"/>
                    <a:pt x="0" y="783"/>
                  </a:cubicBezTo>
                  <a:cubicBezTo>
                    <a:pt x="0" y="1213"/>
                    <a:pt x="350" y="1563"/>
                    <a:pt x="783" y="1563"/>
                  </a:cubicBezTo>
                  <a:lnTo>
                    <a:pt x="7155" y="1563"/>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60"/>
            <p:cNvSpPr/>
            <p:nvPr/>
          </p:nvSpPr>
          <p:spPr>
            <a:xfrm>
              <a:off x="1729200" y="3085775"/>
              <a:ext cx="178825" cy="39100"/>
            </a:xfrm>
            <a:custGeom>
              <a:rect b="b" l="l" r="r" t="t"/>
              <a:pathLst>
                <a:path extrusionOk="0" h="1564" w="7153">
                  <a:moveTo>
                    <a:pt x="1" y="1"/>
                  </a:moveTo>
                  <a:lnTo>
                    <a:pt x="1" y="1563"/>
                  </a:lnTo>
                  <a:lnTo>
                    <a:pt x="6373" y="1563"/>
                  </a:lnTo>
                  <a:cubicBezTo>
                    <a:pt x="6802" y="1563"/>
                    <a:pt x="7152" y="1213"/>
                    <a:pt x="7152" y="783"/>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60"/>
            <p:cNvSpPr/>
            <p:nvPr/>
          </p:nvSpPr>
          <p:spPr>
            <a:xfrm>
              <a:off x="1435000" y="2598775"/>
              <a:ext cx="294175" cy="39075"/>
            </a:xfrm>
            <a:custGeom>
              <a:rect b="b" l="l" r="r" t="t"/>
              <a:pathLst>
                <a:path extrusionOk="0" h="1563" w="11767">
                  <a:moveTo>
                    <a:pt x="780" y="0"/>
                  </a:moveTo>
                  <a:cubicBezTo>
                    <a:pt x="348" y="0"/>
                    <a:pt x="0" y="350"/>
                    <a:pt x="0" y="780"/>
                  </a:cubicBezTo>
                  <a:cubicBezTo>
                    <a:pt x="0" y="1212"/>
                    <a:pt x="348" y="1562"/>
                    <a:pt x="780" y="1562"/>
                  </a:cubicBezTo>
                  <a:lnTo>
                    <a:pt x="11766" y="1562"/>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0"/>
            <p:cNvSpPr/>
            <p:nvPr/>
          </p:nvSpPr>
          <p:spPr>
            <a:xfrm>
              <a:off x="1729200" y="2598775"/>
              <a:ext cx="294175" cy="39075"/>
            </a:xfrm>
            <a:custGeom>
              <a:rect b="b" l="l" r="r" t="t"/>
              <a:pathLst>
                <a:path extrusionOk="0" h="1563" w="11767">
                  <a:moveTo>
                    <a:pt x="1" y="0"/>
                  </a:moveTo>
                  <a:lnTo>
                    <a:pt x="1" y="1562"/>
                  </a:lnTo>
                  <a:lnTo>
                    <a:pt x="10987" y="1562"/>
                  </a:lnTo>
                  <a:cubicBezTo>
                    <a:pt x="11419" y="1562"/>
                    <a:pt x="11767" y="1212"/>
                    <a:pt x="11767" y="780"/>
                  </a:cubicBezTo>
                  <a:cubicBezTo>
                    <a:pt x="11767" y="350"/>
                    <a:pt x="11419" y="0"/>
                    <a:pt x="109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0"/>
            <p:cNvSpPr/>
            <p:nvPr/>
          </p:nvSpPr>
          <p:spPr>
            <a:xfrm>
              <a:off x="1550700" y="2436400"/>
              <a:ext cx="178525" cy="39000"/>
            </a:xfrm>
            <a:custGeom>
              <a:rect b="b" l="l" r="r" t="t"/>
              <a:pathLst>
                <a:path extrusionOk="0" h="1560" w="7141">
                  <a:moveTo>
                    <a:pt x="769" y="0"/>
                  </a:moveTo>
                  <a:cubicBezTo>
                    <a:pt x="341" y="7"/>
                    <a:pt x="1" y="355"/>
                    <a:pt x="1" y="780"/>
                  </a:cubicBezTo>
                  <a:cubicBezTo>
                    <a:pt x="1" y="1205"/>
                    <a:pt x="341" y="1553"/>
                    <a:pt x="769" y="1560"/>
                  </a:cubicBezTo>
                  <a:lnTo>
                    <a:pt x="7141" y="1560"/>
                  </a:lnTo>
                  <a:lnTo>
                    <a:pt x="714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0"/>
            <p:cNvSpPr/>
            <p:nvPr/>
          </p:nvSpPr>
          <p:spPr>
            <a:xfrm>
              <a:off x="1729200" y="2436400"/>
              <a:ext cx="178450" cy="39000"/>
            </a:xfrm>
            <a:custGeom>
              <a:rect b="b" l="l" r="r" t="t"/>
              <a:pathLst>
                <a:path extrusionOk="0" h="1560" w="7138">
                  <a:moveTo>
                    <a:pt x="1" y="0"/>
                  </a:moveTo>
                  <a:lnTo>
                    <a:pt x="1" y="1560"/>
                  </a:lnTo>
                  <a:lnTo>
                    <a:pt x="6373" y="1560"/>
                  </a:lnTo>
                  <a:cubicBezTo>
                    <a:pt x="6798" y="1553"/>
                    <a:pt x="7138" y="1205"/>
                    <a:pt x="7138" y="780"/>
                  </a:cubicBezTo>
                  <a:cubicBezTo>
                    <a:pt x="7138" y="355"/>
                    <a:pt x="6798" y="7"/>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60"/>
            <p:cNvSpPr/>
            <p:nvPr/>
          </p:nvSpPr>
          <p:spPr>
            <a:xfrm>
              <a:off x="1729200" y="3965825"/>
              <a:ext cx="375075" cy="39075"/>
            </a:xfrm>
            <a:custGeom>
              <a:rect b="b" l="l" r="r" t="t"/>
              <a:pathLst>
                <a:path extrusionOk="0" h="1563" w="15003">
                  <a:moveTo>
                    <a:pt x="1" y="1"/>
                  </a:moveTo>
                  <a:lnTo>
                    <a:pt x="1" y="1563"/>
                  </a:lnTo>
                  <a:lnTo>
                    <a:pt x="14222" y="1563"/>
                  </a:lnTo>
                  <a:cubicBezTo>
                    <a:pt x="14652" y="1563"/>
                    <a:pt x="15002" y="1213"/>
                    <a:pt x="15002" y="783"/>
                  </a:cubicBezTo>
                  <a:cubicBezTo>
                    <a:pt x="15002" y="351"/>
                    <a:pt x="14652" y="1"/>
                    <a:pt x="14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60"/>
            <p:cNvSpPr/>
            <p:nvPr/>
          </p:nvSpPr>
          <p:spPr>
            <a:xfrm>
              <a:off x="1354100" y="3965825"/>
              <a:ext cx="375125" cy="39075"/>
            </a:xfrm>
            <a:custGeom>
              <a:rect b="b" l="l" r="r" t="t"/>
              <a:pathLst>
                <a:path extrusionOk="0" h="1563" w="15005">
                  <a:moveTo>
                    <a:pt x="780" y="1"/>
                  </a:moveTo>
                  <a:cubicBezTo>
                    <a:pt x="351" y="1"/>
                    <a:pt x="1" y="351"/>
                    <a:pt x="1" y="783"/>
                  </a:cubicBezTo>
                  <a:cubicBezTo>
                    <a:pt x="1" y="1213"/>
                    <a:pt x="351" y="1563"/>
                    <a:pt x="780" y="1563"/>
                  </a:cubicBezTo>
                  <a:lnTo>
                    <a:pt x="15005" y="1563"/>
                  </a:lnTo>
                  <a:lnTo>
                    <a:pt x="150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60"/>
            <p:cNvSpPr/>
            <p:nvPr/>
          </p:nvSpPr>
          <p:spPr>
            <a:xfrm>
              <a:off x="1729200" y="3803450"/>
              <a:ext cx="293825" cy="39075"/>
            </a:xfrm>
            <a:custGeom>
              <a:rect b="b" l="l" r="r" t="t"/>
              <a:pathLst>
                <a:path extrusionOk="0" h="1563" w="11753">
                  <a:moveTo>
                    <a:pt x="1" y="1"/>
                  </a:moveTo>
                  <a:lnTo>
                    <a:pt x="1" y="1563"/>
                  </a:lnTo>
                  <a:lnTo>
                    <a:pt x="10987" y="1563"/>
                  </a:lnTo>
                  <a:cubicBezTo>
                    <a:pt x="11412" y="1556"/>
                    <a:pt x="11752" y="1208"/>
                    <a:pt x="11752" y="783"/>
                  </a:cubicBezTo>
                  <a:cubicBezTo>
                    <a:pt x="11752" y="358"/>
                    <a:pt x="11412" y="10"/>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60"/>
            <p:cNvSpPr/>
            <p:nvPr/>
          </p:nvSpPr>
          <p:spPr>
            <a:xfrm>
              <a:off x="1435350" y="3803450"/>
              <a:ext cx="293825" cy="39075"/>
            </a:xfrm>
            <a:custGeom>
              <a:rect b="b" l="l" r="r" t="t"/>
              <a:pathLst>
                <a:path extrusionOk="0" h="1563" w="11753">
                  <a:moveTo>
                    <a:pt x="766" y="1"/>
                  </a:moveTo>
                  <a:cubicBezTo>
                    <a:pt x="341" y="10"/>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60"/>
            <p:cNvSpPr/>
            <p:nvPr/>
          </p:nvSpPr>
          <p:spPr>
            <a:xfrm>
              <a:off x="1729200" y="3641125"/>
              <a:ext cx="178825" cy="39100"/>
            </a:xfrm>
            <a:custGeom>
              <a:rect b="b" l="l" r="r" t="t"/>
              <a:pathLst>
                <a:path extrusionOk="0" h="1564" w="7153">
                  <a:moveTo>
                    <a:pt x="1" y="1"/>
                  </a:moveTo>
                  <a:lnTo>
                    <a:pt x="1" y="1563"/>
                  </a:lnTo>
                  <a:lnTo>
                    <a:pt x="6373" y="1563"/>
                  </a:lnTo>
                  <a:cubicBezTo>
                    <a:pt x="6802" y="1563"/>
                    <a:pt x="7152" y="1213"/>
                    <a:pt x="7152" y="781"/>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60"/>
            <p:cNvSpPr/>
            <p:nvPr/>
          </p:nvSpPr>
          <p:spPr>
            <a:xfrm>
              <a:off x="1550350" y="3641125"/>
              <a:ext cx="178875" cy="39100"/>
            </a:xfrm>
            <a:custGeom>
              <a:rect b="b" l="l" r="r" t="t"/>
              <a:pathLst>
                <a:path extrusionOk="0" h="1564" w="7155">
                  <a:moveTo>
                    <a:pt x="783" y="1"/>
                  </a:moveTo>
                  <a:cubicBezTo>
                    <a:pt x="350" y="1"/>
                    <a:pt x="0" y="351"/>
                    <a:pt x="0" y="781"/>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60"/>
            <p:cNvSpPr/>
            <p:nvPr/>
          </p:nvSpPr>
          <p:spPr>
            <a:xfrm>
              <a:off x="1729200" y="4128200"/>
              <a:ext cx="293825" cy="39100"/>
            </a:xfrm>
            <a:custGeom>
              <a:rect b="b" l="l" r="r" t="t"/>
              <a:pathLst>
                <a:path extrusionOk="0" h="1564" w="11753">
                  <a:moveTo>
                    <a:pt x="1" y="1"/>
                  </a:moveTo>
                  <a:lnTo>
                    <a:pt x="1" y="1563"/>
                  </a:lnTo>
                  <a:lnTo>
                    <a:pt x="10987" y="1563"/>
                  </a:lnTo>
                  <a:cubicBezTo>
                    <a:pt x="11412" y="1553"/>
                    <a:pt x="11752" y="1206"/>
                    <a:pt x="11752" y="781"/>
                  </a:cubicBezTo>
                  <a:cubicBezTo>
                    <a:pt x="11752" y="356"/>
                    <a:pt x="11412" y="8"/>
                    <a:pt x="10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60"/>
            <p:cNvSpPr/>
            <p:nvPr/>
          </p:nvSpPr>
          <p:spPr>
            <a:xfrm>
              <a:off x="1435350" y="4128200"/>
              <a:ext cx="293825" cy="39100"/>
            </a:xfrm>
            <a:custGeom>
              <a:rect b="b" l="l" r="r" t="t"/>
              <a:pathLst>
                <a:path extrusionOk="0" h="1564" w="11753">
                  <a:moveTo>
                    <a:pt x="766" y="1"/>
                  </a:moveTo>
                  <a:cubicBezTo>
                    <a:pt x="341" y="11"/>
                    <a:pt x="0" y="358"/>
                    <a:pt x="0" y="783"/>
                  </a:cubicBezTo>
                  <a:cubicBezTo>
                    <a:pt x="0" y="1208"/>
                    <a:pt x="341" y="1556"/>
                    <a:pt x="766" y="1563"/>
                  </a:cubicBezTo>
                  <a:lnTo>
                    <a:pt x="11752" y="1563"/>
                  </a:lnTo>
                  <a:lnTo>
                    <a:pt x="1175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60"/>
            <p:cNvSpPr/>
            <p:nvPr/>
          </p:nvSpPr>
          <p:spPr>
            <a:xfrm>
              <a:off x="1729200" y="4290525"/>
              <a:ext cx="178825" cy="39075"/>
            </a:xfrm>
            <a:custGeom>
              <a:rect b="b" l="l" r="r" t="t"/>
              <a:pathLst>
                <a:path extrusionOk="0" h="1563" w="7153">
                  <a:moveTo>
                    <a:pt x="1" y="1"/>
                  </a:moveTo>
                  <a:lnTo>
                    <a:pt x="1" y="1563"/>
                  </a:lnTo>
                  <a:lnTo>
                    <a:pt x="6373" y="1563"/>
                  </a:lnTo>
                  <a:cubicBezTo>
                    <a:pt x="6802" y="1563"/>
                    <a:pt x="7152" y="1213"/>
                    <a:pt x="7152" y="783"/>
                  </a:cubicBezTo>
                  <a:cubicBezTo>
                    <a:pt x="7152" y="351"/>
                    <a:pt x="6802" y="1"/>
                    <a:pt x="6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60"/>
            <p:cNvSpPr/>
            <p:nvPr/>
          </p:nvSpPr>
          <p:spPr>
            <a:xfrm>
              <a:off x="1550350" y="4290525"/>
              <a:ext cx="178875" cy="39075"/>
            </a:xfrm>
            <a:custGeom>
              <a:rect b="b" l="l" r="r" t="t"/>
              <a:pathLst>
                <a:path extrusionOk="0" h="1563" w="7155">
                  <a:moveTo>
                    <a:pt x="783" y="1"/>
                  </a:moveTo>
                  <a:cubicBezTo>
                    <a:pt x="350" y="1"/>
                    <a:pt x="0" y="351"/>
                    <a:pt x="0" y="783"/>
                  </a:cubicBezTo>
                  <a:cubicBezTo>
                    <a:pt x="0" y="1213"/>
                    <a:pt x="350" y="1563"/>
                    <a:pt x="783" y="1563"/>
                  </a:cubicBezTo>
                  <a:lnTo>
                    <a:pt x="7155" y="1563"/>
                  </a:lnTo>
                  <a:lnTo>
                    <a:pt x="71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60"/>
            <p:cNvSpPr/>
            <p:nvPr/>
          </p:nvSpPr>
          <p:spPr>
            <a:xfrm>
              <a:off x="1354100" y="5170575"/>
              <a:ext cx="375125" cy="39025"/>
            </a:xfrm>
            <a:custGeom>
              <a:rect b="b" l="l" r="r" t="t"/>
              <a:pathLst>
                <a:path extrusionOk="0" h="1561" w="15005">
                  <a:moveTo>
                    <a:pt x="780" y="1"/>
                  </a:moveTo>
                  <a:cubicBezTo>
                    <a:pt x="351" y="1"/>
                    <a:pt x="1" y="348"/>
                    <a:pt x="1" y="780"/>
                  </a:cubicBezTo>
                  <a:cubicBezTo>
                    <a:pt x="1" y="1213"/>
                    <a:pt x="351" y="1560"/>
                    <a:pt x="780" y="1560"/>
                  </a:cubicBezTo>
                  <a:lnTo>
                    <a:pt x="15005" y="1560"/>
                  </a:lnTo>
                  <a:lnTo>
                    <a:pt x="150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60"/>
            <p:cNvSpPr/>
            <p:nvPr/>
          </p:nvSpPr>
          <p:spPr>
            <a:xfrm>
              <a:off x="1729200" y="5170575"/>
              <a:ext cx="375075" cy="39025"/>
            </a:xfrm>
            <a:custGeom>
              <a:rect b="b" l="l" r="r" t="t"/>
              <a:pathLst>
                <a:path extrusionOk="0" h="1561" w="15003">
                  <a:moveTo>
                    <a:pt x="1" y="1"/>
                  </a:moveTo>
                  <a:lnTo>
                    <a:pt x="1" y="1560"/>
                  </a:lnTo>
                  <a:lnTo>
                    <a:pt x="14222" y="1560"/>
                  </a:lnTo>
                  <a:cubicBezTo>
                    <a:pt x="14652" y="1560"/>
                    <a:pt x="15002" y="1213"/>
                    <a:pt x="15002" y="780"/>
                  </a:cubicBezTo>
                  <a:cubicBezTo>
                    <a:pt x="15002" y="348"/>
                    <a:pt x="14652" y="1"/>
                    <a:pt x="142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60"/>
            <p:cNvSpPr/>
            <p:nvPr/>
          </p:nvSpPr>
          <p:spPr>
            <a:xfrm>
              <a:off x="1435000" y="5008200"/>
              <a:ext cx="294175" cy="39075"/>
            </a:xfrm>
            <a:custGeom>
              <a:rect b="b" l="l" r="r" t="t"/>
              <a:pathLst>
                <a:path extrusionOk="0" h="1563" w="11767">
                  <a:moveTo>
                    <a:pt x="780" y="0"/>
                  </a:moveTo>
                  <a:cubicBezTo>
                    <a:pt x="348" y="0"/>
                    <a:pt x="0" y="350"/>
                    <a:pt x="0" y="780"/>
                  </a:cubicBezTo>
                  <a:cubicBezTo>
                    <a:pt x="0" y="1212"/>
                    <a:pt x="348" y="1563"/>
                    <a:pt x="780" y="1563"/>
                  </a:cubicBezTo>
                  <a:lnTo>
                    <a:pt x="11766" y="1563"/>
                  </a:lnTo>
                  <a:lnTo>
                    <a:pt x="117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60"/>
            <p:cNvSpPr/>
            <p:nvPr/>
          </p:nvSpPr>
          <p:spPr>
            <a:xfrm>
              <a:off x="1729200" y="5008200"/>
              <a:ext cx="294175" cy="39075"/>
            </a:xfrm>
            <a:custGeom>
              <a:rect b="b" l="l" r="r" t="t"/>
              <a:pathLst>
                <a:path extrusionOk="0" h="1563" w="11767">
                  <a:moveTo>
                    <a:pt x="1" y="0"/>
                  </a:moveTo>
                  <a:lnTo>
                    <a:pt x="1" y="1563"/>
                  </a:lnTo>
                  <a:lnTo>
                    <a:pt x="10987" y="1563"/>
                  </a:lnTo>
                  <a:cubicBezTo>
                    <a:pt x="11419" y="1563"/>
                    <a:pt x="11767" y="1212"/>
                    <a:pt x="11767" y="783"/>
                  </a:cubicBezTo>
                  <a:cubicBezTo>
                    <a:pt x="11767" y="350"/>
                    <a:pt x="11419" y="3"/>
                    <a:pt x="10987" y="3"/>
                  </a:cubicBezTo>
                  <a:lnTo>
                    <a:pt x="109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60"/>
            <p:cNvSpPr/>
            <p:nvPr/>
          </p:nvSpPr>
          <p:spPr>
            <a:xfrm>
              <a:off x="1550350" y="4845825"/>
              <a:ext cx="178875" cy="39075"/>
            </a:xfrm>
            <a:custGeom>
              <a:rect b="b" l="l" r="r" t="t"/>
              <a:pathLst>
                <a:path extrusionOk="0" h="1563" w="7155">
                  <a:moveTo>
                    <a:pt x="783" y="0"/>
                  </a:moveTo>
                  <a:cubicBezTo>
                    <a:pt x="350" y="0"/>
                    <a:pt x="0" y="350"/>
                    <a:pt x="0" y="780"/>
                  </a:cubicBezTo>
                  <a:cubicBezTo>
                    <a:pt x="0" y="1212"/>
                    <a:pt x="350" y="1560"/>
                    <a:pt x="783" y="1562"/>
                  </a:cubicBezTo>
                  <a:lnTo>
                    <a:pt x="7155" y="1562"/>
                  </a:lnTo>
                  <a:lnTo>
                    <a:pt x="71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60"/>
            <p:cNvSpPr/>
            <p:nvPr/>
          </p:nvSpPr>
          <p:spPr>
            <a:xfrm>
              <a:off x="1729200" y="4845825"/>
              <a:ext cx="178825" cy="39075"/>
            </a:xfrm>
            <a:custGeom>
              <a:rect b="b" l="l" r="r" t="t"/>
              <a:pathLst>
                <a:path extrusionOk="0" h="1563" w="7153">
                  <a:moveTo>
                    <a:pt x="1" y="0"/>
                  </a:moveTo>
                  <a:lnTo>
                    <a:pt x="1" y="1562"/>
                  </a:lnTo>
                  <a:lnTo>
                    <a:pt x="6373" y="1562"/>
                  </a:lnTo>
                  <a:cubicBezTo>
                    <a:pt x="6802" y="1562"/>
                    <a:pt x="7152" y="1212"/>
                    <a:pt x="7152" y="780"/>
                  </a:cubicBezTo>
                  <a:cubicBezTo>
                    <a:pt x="7152" y="350"/>
                    <a:pt x="6802" y="0"/>
                    <a:pt x="63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60"/>
            <p:cNvSpPr/>
            <p:nvPr/>
          </p:nvSpPr>
          <p:spPr>
            <a:xfrm>
              <a:off x="1354450" y="351600"/>
              <a:ext cx="374775" cy="39075"/>
            </a:xfrm>
            <a:custGeom>
              <a:rect b="b" l="l" r="r" t="t"/>
              <a:pathLst>
                <a:path extrusionOk="0" h="1563" w="14991">
                  <a:moveTo>
                    <a:pt x="766" y="0"/>
                  </a:moveTo>
                  <a:cubicBezTo>
                    <a:pt x="341" y="10"/>
                    <a:pt x="1" y="355"/>
                    <a:pt x="1" y="783"/>
                  </a:cubicBezTo>
                  <a:cubicBezTo>
                    <a:pt x="1" y="1208"/>
                    <a:pt x="341" y="1555"/>
                    <a:pt x="766" y="1563"/>
                  </a:cubicBezTo>
                  <a:lnTo>
                    <a:pt x="14991" y="1563"/>
                  </a:lnTo>
                  <a:lnTo>
                    <a:pt x="149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60"/>
            <p:cNvSpPr/>
            <p:nvPr/>
          </p:nvSpPr>
          <p:spPr>
            <a:xfrm>
              <a:off x="1729200" y="351600"/>
              <a:ext cx="374700" cy="39075"/>
            </a:xfrm>
            <a:custGeom>
              <a:rect b="b" l="l" r="r" t="t"/>
              <a:pathLst>
                <a:path extrusionOk="0" h="1563" w="14988">
                  <a:moveTo>
                    <a:pt x="1" y="0"/>
                  </a:moveTo>
                  <a:lnTo>
                    <a:pt x="1" y="1563"/>
                  </a:lnTo>
                  <a:lnTo>
                    <a:pt x="14222" y="1563"/>
                  </a:lnTo>
                  <a:cubicBezTo>
                    <a:pt x="14647" y="1555"/>
                    <a:pt x="14988" y="1208"/>
                    <a:pt x="14988" y="783"/>
                  </a:cubicBezTo>
                  <a:cubicBezTo>
                    <a:pt x="14988" y="355"/>
                    <a:pt x="14647" y="10"/>
                    <a:pt x="142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60"/>
            <p:cNvSpPr/>
            <p:nvPr/>
          </p:nvSpPr>
          <p:spPr>
            <a:xfrm>
              <a:off x="1435000" y="513975"/>
              <a:ext cx="294175" cy="39075"/>
            </a:xfrm>
            <a:custGeom>
              <a:rect b="b" l="l" r="r" t="t"/>
              <a:pathLst>
                <a:path extrusionOk="0" h="1563" w="11767">
                  <a:moveTo>
                    <a:pt x="780" y="1"/>
                  </a:moveTo>
                  <a:cubicBezTo>
                    <a:pt x="348" y="1"/>
                    <a:pt x="0" y="351"/>
                    <a:pt x="0" y="780"/>
                  </a:cubicBezTo>
                  <a:cubicBezTo>
                    <a:pt x="0" y="1213"/>
                    <a:pt x="348" y="1563"/>
                    <a:pt x="780" y="1563"/>
                  </a:cubicBezTo>
                  <a:lnTo>
                    <a:pt x="11766" y="1563"/>
                  </a:lnTo>
                  <a:lnTo>
                    <a:pt x="117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60"/>
            <p:cNvSpPr/>
            <p:nvPr/>
          </p:nvSpPr>
          <p:spPr>
            <a:xfrm>
              <a:off x="1729200" y="513975"/>
              <a:ext cx="294175" cy="39075"/>
            </a:xfrm>
            <a:custGeom>
              <a:rect b="b" l="l" r="r" t="t"/>
              <a:pathLst>
                <a:path extrusionOk="0" h="1563" w="11767">
                  <a:moveTo>
                    <a:pt x="1" y="1"/>
                  </a:moveTo>
                  <a:lnTo>
                    <a:pt x="1" y="1563"/>
                  </a:lnTo>
                  <a:lnTo>
                    <a:pt x="10987" y="1563"/>
                  </a:lnTo>
                  <a:cubicBezTo>
                    <a:pt x="11419" y="1563"/>
                    <a:pt x="11767" y="1213"/>
                    <a:pt x="11767" y="780"/>
                  </a:cubicBezTo>
                  <a:cubicBezTo>
                    <a:pt x="11767" y="351"/>
                    <a:pt x="11419" y="1"/>
                    <a:pt x="109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60"/>
            <p:cNvSpPr/>
            <p:nvPr/>
          </p:nvSpPr>
          <p:spPr>
            <a:xfrm>
              <a:off x="1550350" y="676350"/>
              <a:ext cx="178875" cy="39025"/>
            </a:xfrm>
            <a:custGeom>
              <a:rect b="b" l="l" r="r" t="t"/>
              <a:pathLst>
                <a:path extrusionOk="0" h="1561" w="7155">
                  <a:moveTo>
                    <a:pt x="783" y="1"/>
                  </a:moveTo>
                  <a:cubicBezTo>
                    <a:pt x="350" y="1"/>
                    <a:pt x="0" y="348"/>
                    <a:pt x="0" y="781"/>
                  </a:cubicBezTo>
                  <a:cubicBezTo>
                    <a:pt x="0" y="1213"/>
                    <a:pt x="350" y="1561"/>
                    <a:pt x="783" y="1561"/>
                  </a:cubicBezTo>
                  <a:lnTo>
                    <a:pt x="7155" y="1561"/>
                  </a:lnTo>
                  <a:lnTo>
                    <a:pt x="715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60"/>
            <p:cNvSpPr/>
            <p:nvPr/>
          </p:nvSpPr>
          <p:spPr>
            <a:xfrm>
              <a:off x="1729200" y="676350"/>
              <a:ext cx="178825" cy="39075"/>
            </a:xfrm>
            <a:custGeom>
              <a:rect b="b" l="l" r="r" t="t"/>
              <a:pathLst>
                <a:path extrusionOk="0" h="1563" w="7153">
                  <a:moveTo>
                    <a:pt x="1" y="1"/>
                  </a:moveTo>
                  <a:lnTo>
                    <a:pt x="1" y="1563"/>
                  </a:lnTo>
                  <a:lnTo>
                    <a:pt x="6373" y="1563"/>
                  </a:lnTo>
                  <a:cubicBezTo>
                    <a:pt x="6802" y="1563"/>
                    <a:pt x="7152" y="1213"/>
                    <a:pt x="7152" y="781"/>
                  </a:cubicBezTo>
                  <a:cubicBezTo>
                    <a:pt x="7152" y="351"/>
                    <a:pt x="6802" y="1"/>
                    <a:pt x="63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60"/>
          <p:cNvGrpSpPr/>
          <p:nvPr/>
        </p:nvGrpSpPr>
        <p:grpSpPr>
          <a:xfrm rot="2125941">
            <a:off x="7200438" y="715525"/>
            <a:ext cx="1331705" cy="985765"/>
            <a:chOff x="1802638" y="3918302"/>
            <a:chExt cx="842383" cy="623556"/>
          </a:xfrm>
        </p:grpSpPr>
        <p:sp>
          <p:nvSpPr>
            <p:cNvPr id="2426" name="Google Shape;2426;p60"/>
            <p:cNvSpPr/>
            <p:nvPr/>
          </p:nvSpPr>
          <p:spPr>
            <a:xfrm rot="3214956">
              <a:off x="2075746" y="3962188"/>
              <a:ext cx="220327" cy="22032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60"/>
            <p:cNvSpPr/>
            <p:nvPr/>
          </p:nvSpPr>
          <p:spPr>
            <a:xfrm rot="3208269">
              <a:off x="2007801" y="4060306"/>
              <a:ext cx="20160" cy="253809"/>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60"/>
            <p:cNvSpPr/>
            <p:nvPr/>
          </p:nvSpPr>
          <p:spPr>
            <a:xfrm rot="-51306">
              <a:off x="2184939" y="4159150"/>
              <a:ext cx="20102" cy="253571"/>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60"/>
            <p:cNvSpPr/>
            <p:nvPr/>
          </p:nvSpPr>
          <p:spPr>
            <a:xfrm rot="6811941">
              <a:off x="2366992" y="4047038"/>
              <a:ext cx="20287" cy="25365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0"/>
            <p:cNvSpPr/>
            <p:nvPr/>
          </p:nvSpPr>
          <p:spPr>
            <a:xfrm rot="3216684">
              <a:off x="2109290" y="4336294"/>
              <a:ext cx="171426" cy="171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0"/>
            <p:cNvSpPr/>
            <p:nvPr/>
          </p:nvSpPr>
          <p:spPr>
            <a:xfrm rot="3216684">
              <a:off x="1836775" y="4190067"/>
              <a:ext cx="171426" cy="171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60"/>
            <p:cNvSpPr/>
            <p:nvPr/>
          </p:nvSpPr>
          <p:spPr>
            <a:xfrm rot="3216684">
              <a:off x="2439458" y="4164054"/>
              <a:ext cx="171426" cy="171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3" name="Google Shape;2433;p60"/>
          <p:cNvSpPr/>
          <p:nvPr/>
        </p:nvSpPr>
        <p:spPr>
          <a:xfrm>
            <a:off x="4438788" y="420775"/>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0"/>
          <p:cNvSpPr/>
          <p:nvPr/>
        </p:nvSpPr>
        <p:spPr>
          <a:xfrm>
            <a:off x="1670963" y="954175"/>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0"/>
          <p:cNvSpPr/>
          <p:nvPr/>
        </p:nvSpPr>
        <p:spPr>
          <a:xfrm>
            <a:off x="2347888" y="280235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60"/>
          <p:cNvSpPr/>
          <p:nvPr/>
        </p:nvSpPr>
        <p:spPr>
          <a:xfrm>
            <a:off x="1385363" y="42400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60"/>
          <p:cNvSpPr/>
          <p:nvPr/>
        </p:nvSpPr>
        <p:spPr>
          <a:xfrm>
            <a:off x="7097163" y="22248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0"/>
          <p:cNvSpPr/>
          <p:nvPr/>
        </p:nvSpPr>
        <p:spPr>
          <a:xfrm>
            <a:off x="8214638" y="41068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0"/>
          <p:cNvSpPr/>
          <p:nvPr/>
        </p:nvSpPr>
        <p:spPr>
          <a:xfrm>
            <a:off x="4505338" y="4746900"/>
            <a:ext cx="133200" cy="133200"/>
          </a:xfrm>
          <a:prstGeom prst="ellipse">
            <a:avLst/>
          </a:prstGeom>
          <a:solidFill>
            <a:srgbClr val="FFFFFF">
              <a:alpha val="327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netic Engineering and Synthetic Biology Thesis Defense by Slidesgo">
  <a:themeElements>
    <a:clrScheme name="Simple Light">
      <a:dk1>
        <a:srgbClr val="00BDDF"/>
      </a:dk1>
      <a:lt1>
        <a:srgbClr val="002049"/>
      </a:lt1>
      <a:dk2>
        <a:srgbClr val="101122"/>
      </a:dk2>
      <a:lt2>
        <a:srgbClr val="66E8FF"/>
      </a:lt2>
      <a:accent1>
        <a:srgbClr val="EE9671"/>
      </a:accent1>
      <a:accent2>
        <a:srgbClr val="E55F41"/>
      </a:accent2>
      <a:accent3>
        <a:srgbClr val="FFFFFF"/>
      </a:accent3>
      <a:accent4>
        <a:srgbClr val="FFFFFF"/>
      </a:accent4>
      <a:accent5>
        <a:srgbClr val="FFFFFF"/>
      </a:accent5>
      <a:accent6>
        <a:srgbClr val="FFFFFF"/>
      </a:accent6>
      <a:hlink>
        <a:srgbClr val="00BDD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