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Bebas Neue"/>
      <p:regular r:id="rId31"/>
    </p:embeddedFont>
    <p:embeddedFont>
      <p:font typeface="Outfit"/>
      <p:regular r:id="rId32"/>
      <p:bold r:id="rId33"/>
    </p:embeddedFont>
    <p:embeddedFont>
      <p:font typeface="Archivo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9">
          <p15:clr>
            <a:srgbClr val="747775"/>
          </p15:clr>
        </p15:guide>
        <p15:guide id="2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9" orient="horz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utfit-bold.fntdata"/><Relationship Id="rId10" Type="http://schemas.openxmlformats.org/officeDocument/2006/relationships/slide" Target="slides/slide5.xml"/><Relationship Id="rId32" Type="http://schemas.openxmlformats.org/officeDocument/2006/relationships/font" Target="fonts/Outfit-regular.fntdata"/><Relationship Id="rId13" Type="http://schemas.openxmlformats.org/officeDocument/2006/relationships/slide" Target="slides/slide8.xml"/><Relationship Id="rId35" Type="http://schemas.openxmlformats.org/officeDocument/2006/relationships/font" Target="fonts/Archivo-bold.fntdata"/><Relationship Id="rId12" Type="http://schemas.openxmlformats.org/officeDocument/2006/relationships/slide" Target="slides/slide7.xml"/><Relationship Id="rId34" Type="http://schemas.openxmlformats.org/officeDocument/2006/relationships/font" Target="fonts/Archivo-regular.fntdata"/><Relationship Id="rId15" Type="http://schemas.openxmlformats.org/officeDocument/2006/relationships/slide" Target="slides/slide10.xml"/><Relationship Id="rId37" Type="http://schemas.openxmlformats.org/officeDocument/2006/relationships/font" Target="fonts/Archivo-boldItalic.fntdata"/><Relationship Id="rId14" Type="http://schemas.openxmlformats.org/officeDocument/2006/relationships/slide" Target="slides/slide9.xml"/><Relationship Id="rId36" Type="http://schemas.openxmlformats.org/officeDocument/2006/relationships/font" Target="fonts/Archivo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dbe7b7672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dbe7b7672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9796bbf26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9796bbf2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dbfcf4eb5f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dbfcf4eb5f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1dbfcf4eb5f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dbfcf4eb5f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dc1803cf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dc1803cf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978a3c1d7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978a3c1d7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978a3c1d7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978a3c1d7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1dbfcf4eb5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1dbfcf4eb5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978a3c1d7b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978a3c1d7b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978de60a8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978de60a8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978de60a80_1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978de60a80_1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978de60a8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978de60a8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978de60a80_1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978de60a80_1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3978de60a80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3978de60a80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978de60a80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978de60a80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g3978de60a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3978de60a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978a3c1d7b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3978a3c1d7b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978a3c1d7b_2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3978a3c1d7b_2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3978a3c1d7b_2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3978a3c1d7b_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1dbfcf4eb5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1dbfcf4eb5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3978a3c1d7b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3978a3c1d7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3978de60a8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3978de60a8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978a3c1d7b_4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978a3c1d7b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202437db6a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202437db6a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84875" y="1362375"/>
            <a:ext cx="1110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4875" y="3250104"/>
            <a:ext cx="4203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" name="Google Shape;15;p3"/>
          <p:cNvGrpSpPr/>
          <p:nvPr/>
        </p:nvGrpSpPr>
        <p:grpSpPr>
          <a:xfrm flipH="1" rot="-5400000">
            <a:off x="7530931" y="-947945"/>
            <a:ext cx="499553" cy="2785577"/>
            <a:chOff x="1273225" y="238125"/>
            <a:chExt cx="911925" cy="5085025"/>
          </a:xfrm>
        </p:grpSpPr>
        <p:sp>
          <p:nvSpPr>
            <p:cNvPr id="16" name="Google Shape;16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3"/>
          <p:cNvGrpSpPr/>
          <p:nvPr/>
        </p:nvGrpSpPr>
        <p:grpSpPr>
          <a:xfrm flipH="1" rot="-5400000">
            <a:off x="1143006" y="3185105"/>
            <a:ext cx="499553" cy="2785577"/>
            <a:chOff x="1273225" y="238125"/>
            <a:chExt cx="911925" cy="5085025"/>
          </a:xfrm>
        </p:grpSpPr>
        <p:sp>
          <p:nvSpPr>
            <p:cNvPr id="67" name="Google Shape;67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720000" y="1052300"/>
            <a:ext cx="7704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0" name="Google Shape;120;p4"/>
          <p:cNvGrpSpPr/>
          <p:nvPr/>
        </p:nvGrpSpPr>
        <p:grpSpPr>
          <a:xfrm flipH="1" rot="2092665">
            <a:off x="8504627" y="4504955"/>
            <a:ext cx="401195" cy="408031"/>
            <a:chOff x="3690975" y="407750"/>
            <a:chExt cx="976647" cy="993288"/>
          </a:xfrm>
        </p:grpSpPr>
        <p:sp>
          <p:nvSpPr>
            <p:cNvPr id="121" name="Google Shape;121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4"/>
          <p:cNvGrpSpPr/>
          <p:nvPr/>
        </p:nvGrpSpPr>
        <p:grpSpPr>
          <a:xfrm rot="3214424">
            <a:off x="332405" y="4593833"/>
            <a:ext cx="350666" cy="356641"/>
            <a:chOff x="3690975" y="407750"/>
            <a:chExt cx="976647" cy="993288"/>
          </a:xfrm>
        </p:grpSpPr>
        <p:sp>
          <p:nvSpPr>
            <p:cNvPr id="128" name="Google Shape;128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8853238" y="3117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365613" y="2157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74188" y="46423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1" type="subTitle"/>
          </p:nvPr>
        </p:nvSpPr>
        <p:spPr>
          <a:xfrm>
            <a:off x="4720932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40" name="Google Shape;140;p5"/>
          <p:cNvSpPr txBox="1"/>
          <p:nvPr>
            <p:ph idx="2" type="subTitle"/>
          </p:nvPr>
        </p:nvSpPr>
        <p:spPr>
          <a:xfrm>
            <a:off x="1007868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41" name="Google Shape;141;p5"/>
          <p:cNvSpPr txBox="1"/>
          <p:nvPr>
            <p:ph idx="3" type="subTitle"/>
          </p:nvPr>
        </p:nvSpPr>
        <p:spPr>
          <a:xfrm>
            <a:off x="1007868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"/>
          <p:cNvSpPr txBox="1"/>
          <p:nvPr>
            <p:ph idx="4" type="subTitle"/>
          </p:nvPr>
        </p:nvSpPr>
        <p:spPr>
          <a:xfrm>
            <a:off x="4720921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"/>
          <p:cNvSpPr/>
          <p:nvPr/>
        </p:nvSpPr>
        <p:spPr>
          <a:xfrm flipH="1">
            <a:off x="8768075" y="1845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flipH="1">
            <a:off x="1280375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 flipH="1">
            <a:off x="37958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 flipH="1">
            <a:off x="74294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flipH="1">
            <a:off x="2001963" y="45419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 flipH="1">
            <a:off x="6374325" y="4730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rot="5587876">
            <a:off x="8351790" y="4349446"/>
            <a:ext cx="700139" cy="518263"/>
            <a:chOff x="1802638" y="3918302"/>
            <a:chExt cx="842383" cy="623556"/>
          </a:xfrm>
        </p:grpSpPr>
        <p:sp>
          <p:nvSpPr>
            <p:cNvPr id="150" name="Google Shape;150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5"/>
          <p:cNvGrpSpPr/>
          <p:nvPr/>
        </p:nvGrpSpPr>
        <p:grpSpPr>
          <a:xfrm rot="-2296914">
            <a:off x="96141" y="280384"/>
            <a:ext cx="700115" cy="518245"/>
            <a:chOff x="1802638" y="3918302"/>
            <a:chExt cx="842383" cy="623556"/>
          </a:xfrm>
        </p:grpSpPr>
        <p:sp>
          <p:nvSpPr>
            <p:cNvPr id="158" name="Google Shape;158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7" name="Google Shape;167;p6"/>
          <p:cNvGrpSpPr/>
          <p:nvPr/>
        </p:nvGrpSpPr>
        <p:grpSpPr>
          <a:xfrm rot="3214149">
            <a:off x="8617829" y="2352090"/>
            <a:ext cx="341583" cy="347323"/>
            <a:chOff x="3690975" y="407750"/>
            <a:chExt cx="976647" cy="993288"/>
          </a:xfrm>
        </p:grpSpPr>
        <p:sp>
          <p:nvSpPr>
            <p:cNvPr id="168" name="Google Shape;168;p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6"/>
          <p:cNvSpPr/>
          <p:nvPr/>
        </p:nvSpPr>
        <p:spPr>
          <a:xfrm flipH="1">
            <a:off x="8547488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flipH="1">
            <a:off x="448638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flipH="1">
            <a:off x="448650" y="2459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 flipH="1">
            <a:off x="8478875" y="406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flipH="1">
            <a:off x="328100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 flipH="1">
            <a:off x="4572000" y="4846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7"/>
          <p:cNvSpPr txBox="1"/>
          <p:nvPr>
            <p:ph idx="1" type="subTitle"/>
          </p:nvPr>
        </p:nvSpPr>
        <p:spPr>
          <a:xfrm>
            <a:off x="909750" y="1347250"/>
            <a:ext cx="73245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3" name="Google Shape;183;p7"/>
          <p:cNvSpPr/>
          <p:nvPr/>
        </p:nvSpPr>
        <p:spPr>
          <a:xfrm flipH="1" rot="10800000">
            <a:off x="252200" y="201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 flipH="1" rot="10800000">
            <a:off x="7990450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 flipH="1" rot="10800000">
            <a:off x="8661788" y="2481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 flipH="1" rot="10800000">
            <a:off x="8038013" y="322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 flipH="1" rot="10800000">
            <a:off x="932038" y="1892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 flipH="1" rot="10800000">
            <a:off x="586788" y="4856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" name="Google Shape;191;p8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192" name="Google Shape;192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8"/>
          <p:cNvGrpSpPr/>
          <p:nvPr/>
        </p:nvGrpSpPr>
        <p:grpSpPr>
          <a:xfrm>
            <a:off x="8016812" y="263401"/>
            <a:ext cx="827937" cy="4616694"/>
            <a:chOff x="1273225" y="238125"/>
            <a:chExt cx="911925" cy="5085025"/>
          </a:xfrm>
        </p:grpSpPr>
        <p:sp>
          <p:nvSpPr>
            <p:cNvPr id="243" name="Google Shape;243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/>
          <p:nvPr>
            <p:ph type="title"/>
          </p:nvPr>
        </p:nvSpPr>
        <p:spPr>
          <a:xfrm>
            <a:off x="2424600" y="22697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9"/>
          <p:cNvSpPr txBox="1"/>
          <p:nvPr>
            <p:ph idx="1" type="subTitle"/>
          </p:nvPr>
        </p:nvSpPr>
        <p:spPr>
          <a:xfrm>
            <a:off x="2424600" y="31813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9"/>
          <p:cNvGrpSpPr/>
          <p:nvPr/>
        </p:nvGrpSpPr>
        <p:grpSpPr>
          <a:xfrm>
            <a:off x="220350" y="0"/>
            <a:ext cx="911925" cy="5085025"/>
            <a:chOff x="1273225" y="238125"/>
            <a:chExt cx="911925" cy="5085025"/>
          </a:xfrm>
        </p:grpSpPr>
        <p:sp>
          <p:nvSpPr>
            <p:cNvPr id="297" name="Google Shape;297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8011725" y="0"/>
            <a:ext cx="911925" cy="5085025"/>
            <a:chOff x="1273225" y="238125"/>
            <a:chExt cx="911925" cy="5085025"/>
          </a:xfrm>
        </p:grpSpPr>
        <p:sp>
          <p:nvSpPr>
            <p:cNvPr id="348" name="Google Shape;348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type="title"/>
          </p:nvPr>
        </p:nvSpPr>
        <p:spPr>
          <a:xfrm>
            <a:off x="713225" y="3902975"/>
            <a:ext cx="5678100" cy="629400"/>
          </a:xfrm>
          <a:prstGeom prst="rect">
            <a:avLst/>
          </a:prstGeom>
          <a:solidFill>
            <a:srgbClr val="EE9671">
              <a:alpha val="8364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0"/>
          <p:cNvSpPr/>
          <p:nvPr/>
        </p:nvSpPr>
        <p:spPr>
          <a:xfrm flipH="1" rot="10800000">
            <a:off x="372663" y="223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 flipH="1" rot="10800000">
            <a:off x="296463" y="48197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 flipH="1" rot="10800000">
            <a:off x="3726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 flipH="1" rot="10800000">
            <a:off x="80878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4" name="Google Shape;404;p10"/>
          <p:cNvGrpSpPr/>
          <p:nvPr/>
        </p:nvGrpSpPr>
        <p:grpSpPr>
          <a:xfrm rot="3214149">
            <a:off x="8408229" y="4538715"/>
            <a:ext cx="341583" cy="347323"/>
            <a:chOff x="3690975" y="407750"/>
            <a:chExt cx="976647" cy="993288"/>
          </a:xfrm>
        </p:grpSpPr>
        <p:sp>
          <p:nvSpPr>
            <p:cNvPr id="405" name="Google Shape;405;p1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284000" y="1261775"/>
            <a:ext cx="6576000" cy="15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284000" y="30002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13"/>
          <p:cNvSpPr txBox="1"/>
          <p:nvPr>
            <p:ph idx="1" type="subTitle"/>
          </p:nvPr>
        </p:nvSpPr>
        <p:spPr>
          <a:xfrm>
            <a:off x="731338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3"/>
          <p:cNvSpPr txBox="1"/>
          <p:nvPr>
            <p:ph idx="2" type="subTitle"/>
          </p:nvPr>
        </p:nvSpPr>
        <p:spPr>
          <a:xfrm>
            <a:off x="731338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3"/>
          <p:cNvSpPr txBox="1"/>
          <p:nvPr>
            <p:ph idx="3" type="subTitle"/>
          </p:nvPr>
        </p:nvSpPr>
        <p:spPr>
          <a:xfrm>
            <a:off x="3356402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13"/>
          <p:cNvSpPr txBox="1"/>
          <p:nvPr>
            <p:ph idx="4" type="subTitle"/>
          </p:nvPr>
        </p:nvSpPr>
        <p:spPr>
          <a:xfrm>
            <a:off x="3356402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3"/>
          <p:cNvSpPr txBox="1"/>
          <p:nvPr>
            <p:ph hasCustomPrompt="1" idx="5" type="title"/>
          </p:nvPr>
        </p:nvSpPr>
        <p:spPr>
          <a:xfrm>
            <a:off x="1471800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13"/>
          <p:cNvSpPr txBox="1"/>
          <p:nvPr>
            <p:ph hasCustomPrompt="1" idx="6" type="title"/>
          </p:nvPr>
        </p:nvSpPr>
        <p:spPr>
          <a:xfrm>
            <a:off x="4096863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/>
          <p:nvPr>
            <p:ph hasCustomPrompt="1" idx="7" type="title"/>
          </p:nvPr>
        </p:nvSpPr>
        <p:spPr>
          <a:xfrm>
            <a:off x="1471800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4" name="Google Shape;424;p13"/>
          <p:cNvSpPr txBox="1"/>
          <p:nvPr>
            <p:ph hasCustomPrompt="1" idx="8" type="title"/>
          </p:nvPr>
        </p:nvSpPr>
        <p:spPr>
          <a:xfrm>
            <a:off x="4096863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5" name="Google Shape;425;p13"/>
          <p:cNvSpPr txBox="1"/>
          <p:nvPr>
            <p:ph idx="9" type="subTitle"/>
          </p:nvPr>
        </p:nvSpPr>
        <p:spPr>
          <a:xfrm>
            <a:off x="5981465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3"/>
          <p:cNvSpPr txBox="1"/>
          <p:nvPr>
            <p:ph idx="13" type="subTitle"/>
          </p:nvPr>
        </p:nvSpPr>
        <p:spPr>
          <a:xfrm>
            <a:off x="5981465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3"/>
          <p:cNvSpPr txBox="1"/>
          <p:nvPr>
            <p:ph hasCustomPrompt="1" idx="14" type="title"/>
          </p:nvPr>
        </p:nvSpPr>
        <p:spPr>
          <a:xfrm>
            <a:off x="6721925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/>
          <p:nvPr>
            <p:ph hasCustomPrompt="1" idx="15" type="title"/>
          </p:nvPr>
        </p:nvSpPr>
        <p:spPr>
          <a:xfrm>
            <a:off x="6721925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/>
          <p:nvPr>
            <p:ph idx="16" type="subTitle"/>
          </p:nvPr>
        </p:nvSpPr>
        <p:spPr>
          <a:xfrm>
            <a:off x="731350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13"/>
          <p:cNvSpPr txBox="1"/>
          <p:nvPr>
            <p:ph idx="17" type="subTitle"/>
          </p:nvPr>
        </p:nvSpPr>
        <p:spPr>
          <a:xfrm>
            <a:off x="731350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1" name="Google Shape;431;p13"/>
          <p:cNvSpPr txBox="1"/>
          <p:nvPr>
            <p:ph idx="18" type="subTitle"/>
          </p:nvPr>
        </p:nvSpPr>
        <p:spPr>
          <a:xfrm>
            <a:off x="3356413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2" name="Google Shape;432;p13"/>
          <p:cNvSpPr txBox="1"/>
          <p:nvPr>
            <p:ph idx="19" type="subTitle"/>
          </p:nvPr>
        </p:nvSpPr>
        <p:spPr>
          <a:xfrm>
            <a:off x="3356413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3" name="Google Shape;433;p13"/>
          <p:cNvSpPr txBox="1"/>
          <p:nvPr>
            <p:ph idx="20" type="subTitle"/>
          </p:nvPr>
        </p:nvSpPr>
        <p:spPr>
          <a:xfrm>
            <a:off x="5981476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4" name="Google Shape;434;p13"/>
          <p:cNvSpPr txBox="1"/>
          <p:nvPr>
            <p:ph idx="21" type="subTitle"/>
          </p:nvPr>
        </p:nvSpPr>
        <p:spPr>
          <a:xfrm>
            <a:off x="5981476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13"/>
          <p:cNvSpPr/>
          <p:nvPr/>
        </p:nvSpPr>
        <p:spPr>
          <a:xfrm>
            <a:off x="328100" y="2754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7966825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8772088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2422188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848263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1471788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 rot="-8100000">
            <a:off x="-19462" y="4460858"/>
            <a:ext cx="828304" cy="623770"/>
            <a:chOff x="1298247" y="4927075"/>
            <a:chExt cx="1659675" cy="1249850"/>
          </a:xfrm>
        </p:grpSpPr>
        <p:sp>
          <p:nvSpPr>
            <p:cNvPr id="442" name="Google Shape;442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3"/>
          <p:cNvGrpSpPr/>
          <p:nvPr/>
        </p:nvGrpSpPr>
        <p:grpSpPr>
          <a:xfrm rot="3279992">
            <a:off x="8235990" y="888822"/>
            <a:ext cx="828210" cy="623699"/>
            <a:chOff x="1298247" y="4927075"/>
            <a:chExt cx="1659675" cy="1249850"/>
          </a:xfrm>
        </p:grpSpPr>
        <p:sp>
          <p:nvSpPr>
            <p:cNvPr id="450" name="Google Shape;450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 txBox="1"/>
          <p:nvPr>
            <p:ph type="title"/>
          </p:nvPr>
        </p:nvSpPr>
        <p:spPr>
          <a:xfrm>
            <a:off x="1226400" y="29129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14"/>
          <p:cNvSpPr txBox="1"/>
          <p:nvPr>
            <p:ph idx="1" type="subTitle"/>
          </p:nvPr>
        </p:nvSpPr>
        <p:spPr>
          <a:xfrm>
            <a:off x="1226400" y="13239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60" name="Google Shape;460;p14"/>
          <p:cNvGrpSpPr/>
          <p:nvPr/>
        </p:nvGrpSpPr>
        <p:grpSpPr>
          <a:xfrm>
            <a:off x="58" y="4115417"/>
            <a:ext cx="9143945" cy="827937"/>
            <a:chOff x="58" y="3963017"/>
            <a:chExt cx="9143945" cy="827937"/>
          </a:xfrm>
        </p:grpSpPr>
        <p:grpSp>
          <p:nvGrpSpPr>
            <p:cNvPr id="461" name="Google Shape;461;p14"/>
            <p:cNvGrpSpPr/>
            <p:nvPr/>
          </p:nvGrpSpPr>
          <p:grpSpPr>
            <a:xfrm rot="5400000">
              <a:off x="6421688" y="2068638"/>
              <a:ext cx="827937" cy="4616694"/>
              <a:chOff x="1273225" y="238125"/>
              <a:chExt cx="911925" cy="5085025"/>
            </a:xfrm>
          </p:grpSpPr>
          <p:sp>
            <p:nvSpPr>
              <p:cNvPr id="462" name="Google Shape;462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4"/>
            <p:cNvGrpSpPr/>
            <p:nvPr/>
          </p:nvGrpSpPr>
          <p:grpSpPr>
            <a:xfrm rot="5400000">
              <a:off x="1894437" y="2068638"/>
              <a:ext cx="827937" cy="4616694"/>
              <a:chOff x="1273225" y="238125"/>
              <a:chExt cx="911925" cy="5085025"/>
            </a:xfrm>
          </p:grpSpPr>
          <p:sp>
            <p:nvSpPr>
              <p:cNvPr id="513" name="Google Shape;513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3" name="Google Shape;563;p14"/>
          <p:cNvSpPr/>
          <p:nvPr/>
        </p:nvSpPr>
        <p:spPr>
          <a:xfrm>
            <a:off x="580025" y="5872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430775" y="298972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14"/>
          <p:cNvGrpSpPr/>
          <p:nvPr/>
        </p:nvGrpSpPr>
        <p:grpSpPr>
          <a:xfrm rot="883281">
            <a:off x="8083304" y="227681"/>
            <a:ext cx="828145" cy="623650"/>
            <a:chOff x="1298247" y="4927075"/>
            <a:chExt cx="1659675" cy="1249850"/>
          </a:xfrm>
        </p:grpSpPr>
        <p:sp>
          <p:nvSpPr>
            <p:cNvPr id="566" name="Google Shape;566;p14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4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14"/>
          <p:cNvGrpSpPr/>
          <p:nvPr/>
        </p:nvGrpSpPr>
        <p:grpSpPr>
          <a:xfrm rot="3213929">
            <a:off x="364799" y="2555530"/>
            <a:ext cx="467847" cy="475818"/>
            <a:chOff x="3690975" y="407750"/>
            <a:chExt cx="976647" cy="993288"/>
          </a:xfrm>
        </p:grpSpPr>
        <p:sp>
          <p:nvSpPr>
            <p:cNvPr id="574" name="Google Shape;574;p1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2" name="Google Shape;582;p15"/>
          <p:cNvSpPr txBox="1"/>
          <p:nvPr>
            <p:ph idx="1" type="subTitle"/>
          </p:nvPr>
        </p:nvSpPr>
        <p:spPr>
          <a:xfrm>
            <a:off x="83942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15"/>
          <p:cNvSpPr txBox="1"/>
          <p:nvPr>
            <p:ph idx="2" type="subTitle"/>
          </p:nvPr>
        </p:nvSpPr>
        <p:spPr>
          <a:xfrm>
            <a:off x="3539700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15"/>
          <p:cNvSpPr txBox="1"/>
          <p:nvPr>
            <p:ph idx="3" type="subTitle"/>
          </p:nvPr>
        </p:nvSpPr>
        <p:spPr>
          <a:xfrm>
            <a:off x="623997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15"/>
          <p:cNvSpPr txBox="1"/>
          <p:nvPr>
            <p:ph idx="4" type="subTitle"/>
          </p:nvPr>
        </p:nvSpPr>
        <p:spPr>
          <a:xfrm>
            <a:off x="83942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15"/>
          <p:cNvSpPr txBox="1"/>
          <p:nvPr>
            <p:ph idx="5" type="subTitle"/>
          </p:nvPr>
        </p:nvSpPr>
        <p:spPr>
          <a:xfrm>
            <a:off x="3539700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15"/>
          <p:cNvSpPr txBox="1"/>
          <p:nvPr>
            <p:ph idx="6" type="subTitle"/>
          </p:nvPr>
        </p:nvSpPr>
        <p:spPr>
          <a:xfrm>
            <a:off x="623997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8" name="Google Shape;588;p15"/>
          <p:cNvSpPr/>
          <p:nvPr/>
        </p:nvSpPr>
        <p:spPr>
          <a:xfrm flipH="1" rot="10800000">
            <a:off x="280775" y="27181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 flipH="1" rot="10800000">
            <a:off x="8553863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 flipH="1" rot="10800000">
            <a:off x="7543363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 flipH="1" rot="10800000">
            <a:off x="932038" y="3512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 flipH="1" rot="10800000">
            <a:off x="7410175" y="4815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 flipH="1" rot="10800000">
            <a:off x="1476188" y="48883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 flipH="1" rot="10800000">
            <a:off x="437435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"/>
          <p:cNvSpPr txBox="1"/>
          <p:nvPr>
            <p:ph hasCustomPrompt="1" type="title"/>
          </p:nvPr>
        </p:nvSpPr>
        <p:spPr>
          <a:xfrm>
            <a:off x="1284000" y="730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6"/>
          <p:cNvSpPr txBox="1"/>
          <p:nvPr>
            <p:ph idx="1" type="subTitle"/>
          </p:nvPr>
        </p:nvSpPr>
        <p:spPr>
          <a:xfrm>
            <a:off x="1284000" y="1511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16"/>
          <p:cNvSpPr txBox="1"/>
          <p:nvPr>
            <p:ph hasCustomPrompt="1" idx="2" type="title"/>
          </p:nvPr>
        </p:nvSpPr>
        <p:spPr>
          <a:xfrm>
            <a:off x="1284000" y="2008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/>
          <p:nvPr>
            <p:ph idx="3" type="subTitle"/>
          </p:nvPr>
        </p:nvSpPr>
        <p:spPr>
          <a:xfrm>
            <a:off x="1284000" y="2789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16"/>
          <p:cNvSpPr txBox="1"/>
          <p:nvPr>
            <p:ph hasCustomPrompt="1" idx="4" type="title"/>
          </p:nvPr>
        </p:nvSpPr>
        <p:spPr>
          <a:xfrm>
            <a:off x="1284000" y="3286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1" name="Google Shape;601;p16"/>
          <p:cNvSpPr txBox="1"/>
          <p:nvPr>
            <p:ph idx="5" type="subTitle"/>
          </p:nvPr>
        </p:nvSpPr>
        <p:spPr>
          <a:xfrm>
            <a:off x="1284000" y="4067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4" name="Google Shape;604;p17"/>
          <p:cNvSpPr txBox="1"/>
          <p:nvPr>
            <p:ph idx="1" type="subTitle"/>
          </p:nvPr>
        </p:nvSpPr>
        <p:spPr>
          <a:xfrm>
            <a:off x="1139550" y="1610945"/>
            <a:ext cx="68649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7"/>
          <p:cNvSpPr txBox="1"/>
          <p:nvPr>
            <p:ph idx="2" type="subTitle"/>
          </p:nvPr>
        </p:nvSpPr>
        <p:spPr>
          <a:xfrm>
            <a:off x="1139550" y="2731127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7"/>
          <p:cNvSpPr txBox="1"/>
          <p:nvPr>
            <p:ph idx="3" type="subTitle"/>
          </p:nvPr>
        </p:nvSpPr>
        <p:spPr>
          <a:xfrm>
            <a:off x="1139550" y="3851626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7"/>
          <p:cNvSpPr txBox="1"/>
          <p:nvPr>
            <p:ph idx="4" type="subTitle"/>
          </p:nvPr>
        </p:nvSpPr>
        <p:spPr>
          <a:xfrm>
            <a:off x="1139550" y="1241275"/>
            <a:ext cx="6864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8" name="Google Shape;608;p17"/>
          <p:cNvSpPr txBox="1"/>
          <p:nvPr>
            <p:ph idx="5" type="subTitle"/>
          </p:nvPr>
        </p:nvSpPr>
        <p:spPr>
          <a:xfrm>
            <a:off x="1139550" y="2350127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9" name="Google Shape;609;p17"/>
          <p:cNvSpPr txBox="1"/>
          <p:nvPr>
            <p:ph idx="6" type="subTitle"/>
          </p:nvPr>
        </p:nvSpPr>
        <p:spPr>
          <a:xfrm>
            <a:off x="1139550" y="3470626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0" name="Google Shape;610;p17"/>
          <p:cNvSpPr/>
          <p:nvPr/>
        </p:nvSpPr>
        <p:spPr>
          <a:xfrm flipH="1">
            <a:off x="8746413" y="21413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 flipH="1">
            <a:off x="1133363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 flipH="1">
            <a:off x="437175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 flipH="1">
            <a:off x="4169525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 flipH="1">
            <a:off x="7628400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5" name="Google Shape;615;p17"/>
          <p:cNvGrpSpPr/>
          <p:nvPr/>
        </p:nvGrpSpPr>
        <p:grpSpPr>
          <a:xfrm rot="3214149">
            <a:off x="8494342" y="3851540"/>
            <a:ext cx="341583" cy="347323"/>
            <a:chOff x="3690975" y="407750"/>
            <a:chExt cx="976647" cy="993288"/>
          </a:xfrm>
        </p:grpSpPr>
        <p:sp>
          <p:nvSpPr>
            <p:cNvPr id="616" name="Google Shape;616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 flipH="1">
            <a:off x="49910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3" name="Google Shape;623;p17"/>
          <p:cNvGrpSpPr/>
          <p:nvPr/>
        </p:nvGrpSpPr>
        <p:grpSpPr>
          <a:xfrm rot="3214149">
            <a:off x="337079" y="1140677"/>
            <a:ext cx="341583" cy="347323"/>
            <a:chOff x="3690975" y="407750"/>
            <a:chExt cx="976647" cy="993288"/>
          </a:xfrm>
        </p:grpSpPr>
        <p:sp>
          <p:nvSpPr>
            <p:cNvPr id="624" name="Google Shape;624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2" name="Google Shape;632;p18"/>
          <p:cNvSpPr txBox="1"/>
          <p:nvPr>
            <p:ph idx="1" type="subTitle"/>
          </p:nvPr>
        </p:nvSpPr>
        <p:spPr>
          <a:xfrm>
            <a:off x="1657659" y="1565625"/>
            <a:ext cx="67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18"/>
          <p:cNvSpPr txBox="1"/>
          <p:nvPr>
            <p:ph idx="2" type="subTitle"/>
          </p:nvPr>
        </p:nvSpPr>
        <p:spPr>
          <a:xfrm>
            <a:off x="1657659" y="27311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18"/>
          <p:cNvSpPr txBox="1"/>
          <p:nvPr>
            <p:ph idx="3" type="subTitle"/>
          </p:nvPr>
        </p:nvSpPr>
        <p:spPr>
          <a:xfrm>
            <a:off x="1657659" y="38516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8"/>
          <p:cNvSpPr txBox="1"/>
          <p:nvPr>
            <p:ph idx="4" type="subTitle"/>
          </p:nvPr>
        </p:nvSpPr>
        <p:spPr>
          <a:xfrm>
            <a:off x="1657650" y="12536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6" name="Google Shape;636;p18"/>
          <p:cNvSpPr txBox="1"/>
          <p:nvPr>
            <p:ph idx="5" type="subTitle"/>
          </p:nvPr>
        </p:nvSpPr>
        <p:spPr>
          <a:xfrm>
            <a:off x="1657650" y="23741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7" name="Google Shape;637;p18"/>
          <p:cNvSpPr txBox="1"/>
          <p:nvPr>
            <p:ph idx="6" type="subTitle"/>
          </p:nvPr>
        </p:nvSpPr>
        <p:spPr>
          <a:xfrm>
            <a:off x="1657650" y="34947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8" name="Google Shape;638;p18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 flipH="1">
            <a:off x="2077738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18"/>
          <p:cNvGrpSpPr/>
          <p:nvPr/>
        </p:nvGrpSpPr>
        <p:grpSpPr>
          <a:xfrm rot="3214149">
            <a:off x="313004" y="511940"/>
            <a:ext cx="341583" cy="347323"/>
            <a:chOff x="3690975" y="407750"/>
            <a:chExt cx="976647" cy="993288"/>
          </a:xfrm>
        </p:grpSpPr>
        <p:sp>
          <p:nvSpPr>
            <p:cNvPr id="644" name="Google Shape;644;p1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19"/>
          <p:cNvSpPr txBox="1"/>
          <p:nvPr>
            <p:ph idx="1" type="subTitle"/>
          </p:nvPr>
        </p:nvSpPr>
        <p:spPr>
          <a:xfrm>
            <a:off x="1172275" y="1749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19"/>
          <p:cNvSpPr txBox="1"/>
          <p:nvPr>
            <p:ph idx="2" type="subTitle"/>
          </p:nvPr>
        </p:nvSpPr>
        <p:spPr>
          <a:xfrm>
            <a:off x="5292425" y="1749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9"/>
          <p:cNvSpPr txBox="1"/>
          <p:nvPr>
            <p:ph idx="3" type="subTitle"/>
          </p:nvPr>
        </p:nvSpPr>
        <p:spPr>
          <a:xfrm>
            <a:off x="1172275" y="3333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9"/>
          <p:cNvSpPr txBox="1"/>
          <p:nvPr>
            <p:ph idx="4" type="subTitle"/>
          </p:nvPr>
        </p:nvSpPr>
        <p:spPr>
          <a:xfrm>
            <a:off x="5292425" y="3333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9"/>
          <p:cNvSpPr txBox="1"/>
          <p:nvPr>
            <p:ph idx="5" type="subTitle"/>
          </p:nvPr>
        </p:nvSpPr>
        <p:spPr>
          <a:xfrm>
            <a:off x="1172275" y="1444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7" name="Google Shape;657;p19"/>
          <p:cNvSpPr txBox="1"/>
          <p:nvPr>
            <p:ph idx="6" type="subTitle"/>
          </p:nvPr>
        </p:nvSpPr>
        <p:spPr>
          <a:xfrm>
            <a:off x="5292425" y="1444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19"/>
          <p:cNvSpPr txBox="1"/>
          <p:nvPr>
            <p:ph idx="7" type="subTitle"/>
          </p:nvPr>
        </p:nvSpPr>
        <p:spPr>
          <a:xfrm>
            <a:off x="1172275" y="3028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9" name="Google Shape;659;p19"/>
          <p:cNvSpPr txBox="1"/>
          <p:nvPr>
            <p:ph idx="8" type="subTitle"/>
          </p:nvPr>
        </p:nvSpPr>
        <p:spPr>
          <a:xfrm>
            <a:off x="5292425" y="3028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60" name="Google Shape;660;p19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661" name="Google Shape;661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19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712" name="Google Shape;712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19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9" name="Google Shape;769;p20"/>
          <p:cNvSpPr txBox="1"/>
          <p:nvPr>
            <p:ph idx="1" type="subTitle"/>
          </p:nvPr>
        </p:nvSpPr>
        <p:spPr>
          <a:xfrm>
            <a:off x="695675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20"/>
          <p:cNvSpPr txBox="1"/>
          <p:nvPr>
            <p:ph idx="2" type="subTitle"/>
          </p:nvPr>
        </p:nvSpPr>
        <p:spPr>
          <a:xfrm>
            <a:off x="3367350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20"/>
          <p:cNvSpPr txBox="1"/>
          <p:nvPr>
            <p:ph idx="3" type="subTitle"/>
          </p:nvPr>
        </p:nvSpPr>
        <p:spPr>
          <a:xfrm>
            <a:off x="695675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20"/>
          <p:cNvSpPr txBox="1"/>
          <p:nvPr>
            <p:ph idx="4" type="subTitle"/>
          </p:nvPr>
        </p:nvSpPr>
        <p:spPr>
          <a:xfrm>
            <a:off x="3367350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20"/>
          <p:cNvSpPr txBox="1"/>
          <p:nvPr>
            <p:ph idx="5" type="subTitle"/>
          </p:nvPr>
        </p:nvSpPr>
        <p:spPr>
          <a:xfrm>
            <a:off x="69567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4" name="Google Shape;774;p20"/>
          <p:cNvSpPr txBox="1"/>
          <p:nvPr>
            <p:ph idx="6" type="subTitle"/>
          </p:nvPr>
        </p:nvSpPr>
        <p:spPr>
          <a:xfrm>
            <a:off x="3367350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5" name="Google Shape;775;p20"/>
          <p:cNvSpPr txBox="1"/>
          <p:nvPr>
            <p:ph idx="7" type="subTitle"/>
          </p:nvPr>
        </p:nvSpPr>
        <p:spPr>
          <a:xfrm>
            <a:off x="695675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6" name="Google Shape;776;p20"/>
          <p:cNvSpPr txBox="1"/>
          <p:nvPr>
            <p:ph idx="8" type="subTitle"/>
          </p:nvPr>
        </p:nvSpPr>
        <p:spPr>
          <a:xfrm>
            <a:off x="3367350" y="3557825"/>
            <a:ext cx="25698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20"/>
          <p:cNvSpPr txBox="1"/>
          <p:nvPr>
            <p:ph idx="9" type="subTitle"/>
          </p:nvPr>
        </p:nvSpPr>
        <p:spPr>
          <a:xfrm>
            <a:off x="6039024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20"/>
          <p:cNvSpPr txBox="1"/>
          <p:nvPr>
            <p:ph idx="13" type="subTitle"/>
          </p:nvPr>
        </p:nvSpPr>
        <p:spPr>
          <a:xfrm>
            <a:off x="6039024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20"/>
          <p:cNvSpPr txBox="1"/>
          <p:nvPr>
            <p:ph idx="14" type="subTitle"/>
          </p:nvPr>
        </p:nvSpPr>
        <p:spPr>
          <a:xfrm>
            <a:off x="603902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0" name="Google Shape;780;p20"/>
          <p:cNvSpPr txBox="1"/>
          <p:nvPr>
            <p:ph idx="15" type="subTitle"/>
          </p:nvPr>
        </p:nvSpPr>
        <p:spPr>
          <a:xfrm>
            <a:off x="6039024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3" name="Google Shape;783;p21"/>
          <p:cNvSpPr txBox="1"/>
          <p:nvPr>
            <p:ph idx="1" type="subTitle"/>
          </p:nvPr>
        </p:nvSpPr>
        <p:spPr>
          <a:xfrm>
            <a:off x="766950" y="1347250"/>
            <a:ext cx="64710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84" name="Google Shape;784;p21"/>
          <p:cNvSpPr/>
          <p:nvPr/>
        </p:nvSpPr>
        <p:spPr>
          <a:xfrm rot="10800000">
            <a:off x="8553863" y="271816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 rot="10800000">
            <a:off x="2543438" y="481820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1"/>
          <p:cNvSpPr/>
          <p:nvPr/>
        </p:nvSpPr>
        <p:spPr>
          <a:xfrm rot="10800000">
            <a:off x="280775" y="25051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 rot="10800000">
            <a:off x="6140250" y="468498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 rot="10800000">
            <a:off x="1321000" y="36763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 rot="10800000">
            <a:off x="7902600" y="351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21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791" name="Google Shape;791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842" name="Google Shape;842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2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22"/>
          <p:cNvSpPr txBox="1"/>
          <p:nvPr>
            <p:ph idx="1" type="subTitle"/>
          </p:nvPr>
        </p:nvSpPr>
        <p:spPr>
          <a:xfrm>
            <a:off x="768100" y="1347252"/>
            <a:ext cx="49143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5" name="Google Shape;895;p22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911100" y="1093625"/>
            <a:ext cx="36609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9" name="Google Shape;899;p23"/>
          <p:cNvSpPr txBox="1"/>
          <p:nvPr>
            <p:ph idx="1" type="subTitle"/>
          </p:nvPr>
        </p:nvSpPr>
        <p:spPr>
          <a:xfrm>
            <a:off x="911100" y="2996175"/>
            <a:ext cx="3660900" cy="12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0" name="Google Shape;900;p23"/>
          <p:cNvSpPr/>
          <p:nvPr>
            <p:ph idx="2" type="pic"/>
          </p:nvPr>
        </p:nvSpPr>
        <p:spPr>
          <a:xfrm>
            <a:off x="5091525" y="1198175"/>
            <a:ext cx="3076800" cy="3076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23"/>
          <p:cNvSpPr/>
          <p:nvPr/>
        </p:nvSpPr>
        <p:spPr>
          <a:xfrm flipH="1" rot="10800000">
            <a:off x="3956538" y="200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 flipH="1" rot="10800000">
            <a:off x="258363" y="2652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 flipH="1" rot="10800000">
            <a:off x="777888" y="4645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 flipH="1" rot="10800000">
            <a:off x="8725938" y="333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 flipH="1" rot="10800000">
            <a:off x="8592738" y="4778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4"/>
          <p:cNvSpPr txBox="1"/>
          <p:nvPr>
            <p:ph type="title"/>
          </p:nvPr>
        </p:nvSpPr>
        <p:spPr>
          <a:xfrm>
            <a:off x="1529550" y="1673250"/>
            <a:ext cx="29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24"/>
          <p:cNvSpPr txBox="1"/>
          <p:nvPr>
            <p:ph idx="1" type="subTitle"/>
          </p:nvPr>
        </p:nvSpPr>
        <p:spPr>
          <a:xfrm>
            <a:off x="1529682" y="2427875"/>
            <a:ext cx="29025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9" name="Google Shape;909;p24"/>
          <p:cNvSpPr/>
          <p:nvPr/>
        </p:nvSpPr>
        <p:spPr>
          <a:xfrm flipH="1">
            <a:off x="8585588" y="21127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4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4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4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4"/>
          <p:cNvSpPr/>
          <p:nvPr/>
        </p:nvSpPr>
        <p:spPr>
          <a:xfrm flipH="1">
            <a:off x="6595688" y="294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5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6" name="Google Shape;916;p25"/>
          <p:cNvSpPr txBox="1"/>
          <p:nvPr>
            <p:ph idx="1" type="subTitle"/>
          </p:nvPr>
        </p:nvSpPr>
        <p:spPr>
          <a:xfrm>
            <a:off x="768100" y="1789401"/>
            <a:ext cx="4914300" cy="20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17" name="Google Shape;917;p25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1" name="Google Shape;921;p26"/>
          <p:cNvSpPr/>
          <p:nvPr/>
        </p:nvSpPr>
        <p:spPr>
          <a:xfrm flipH="1" rot="10800000">
            <a:off x="452225" y="26895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6"/>
          <p:cNvSpPr/>
          <p:nvPr/>
        </p:nvSpPr>
        <p:spPr>
          <a:xfrm flipH="1" rot="10800000">
            <a:off x="7042700" y="4703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6"/>
          <p:cNvSpPr/>
          <p:nvPr/>
        </p:nvSpPr>
        <p:spPr>
          <a:xfrm flipH="1" rot="10800000">
            <a:off x="8601488" y="2952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6"/>
          <p:cNvSpPr/>
          <p:nvPr/>
        </p:nvSpPr>
        <p:spPr>
          <a:xfrm flipH="1" rot="10800000">
            <a:off x="2808138" y="4770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6"/>
          <p:cNvSpPr/>
          <p:nvPr/>
        </p:nvSpPr>
        <p:spPr>
          <a:xfrm flipH="1" rot="10800000">
            <a:off x="1074913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6"/>
          <p:cNvSpPr/>
          <p:nvPr/>
        </p:nvSpPr>
        <p:spPr>
          <a:xfrm flipH="1" rot="10800000">
            <a:off x="83641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10800000">
            <a:off x="8563388" y="3496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7"/>
          <p:cNvSpPr/>
          <p:nvPr/>
        </p:nvSpPr>
        <p:spPr>
          <a:xfrm rot="10800000">
            <a:off x="2572988" y="4825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7"/>
          <p:cNvSpPr/>
          <p:nvPr/>
        </p:nvSpPr>
        <p:spPr>
          <a:xfrm rot="10800000">
            <a:off x="328400" y="37198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7"/>
          <p:cNvSpPr/>
          <p:nvPr/>
        </p:nvSpPr>
        <p:spPr>
          <a:xfrm rot="10800000">
            <a:off x="7131400" y="4825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"/>
          <p:cNvSpPr/>
          <p:nvPr/>
        </p:nvSpPr>
        <p:spPr>
          <a:xfrm rot="10800000">
            <a:off x="328400" y="2632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7"/>
          <p:cNvSpPr/>
          <p:nvPr/>
        </p:nvSpPr>
        <p:spPr>
          <a:xfrm rot="10800000">
            <a:off x="7816875" y="206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7" name="Google Shape;937;p28"/>
          <p:cNvGrpSpPr/>
          <p:nvPr/>
        </p:nvGrpSpPr>
        <p:grpSpPr>
          <a:xfrm rot="-8100000">
            <a:off x="247238" y="4296696"/>
            <a:ext cx="828304" cy="623770"/>
            <a:chOff x="1298247" y="4927075"/>
            <a:chExt cx="1659675" cy="1249850"/>
          </a:xfrm>
        </p:grpSpPr>
        <p:sp>
          <p:nvSpPr>
            <p:cNvPr id="938" name="Google Shape;938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28"/>
          <p:cNvGrpSpPr/>
          <p:nvPr/>
        </p:nvGrpSpPr>
        <p:grpSpPr>
          <a:xfrm rot="1706349">
            <a:off x="7968890" y="227585"/>
            <a:ext cx="828400" cy="623842"/>
            <a:chOff x="1298247" y="4927075"/>
            <a:chExt cx="1659675" cy="1249850"/>
          </a:xfrm>
        </p:grpSpPr>
        <p:sp>
          <p:nvSpPr>
            <p:cNvPr id="946" name="Google Shape;946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28"/>
          <p:cNvSpPr/>
          <p:nvPr/>
        </p:nvSpPr>
        <p:spPr>
          <a:xfrm>
            <a:off x="379600" y="14169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8"/>
          <p:cNvSpPr/>
          <p:nvPr/>
        </p:nvSpPr>
        <p:spPr>
          <a:xfrm>
            <a:off x="6318800" y="320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8"/>
          <p:cNvSpPr/>
          <p:nvPr/>
        </p:nvSpPr>
        <p:spPr>
          <a:xfrm>
            <a:off x="876263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8"/>
          <p:cNvSpPr/>
          <p:nvPr/>
        </p:nvSpPr>
        <p:spPr>
          <a:xfrm>
            <a:off x="17127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8"/>
          <p:cNvSpPr/>
          <p:nvPr/>
        </p:nvSpPr>
        <p:spPr>
          <a:xfrm>
            <a:off x="8235638" y="48542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8"/>
          <p:cNvSpPr/>
          <p:nvPr/>
        </p:nvSpPr>
        <p:spPr>
          <a:xfrm>
            <a:off x="379588" y="3675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8"/>
          <p:cNvSpPr/>
          <p:nvPr/>
        </p:nvSpPr>
        <p:spPr>
          <a:xfrm>
            <a:off x="2539300" y="48734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9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8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29"/>
          <p:cNvSpPr txBox="1"/>
          <p:nvPr>
            <p:ph idx="1" type="subTitle"/>
          </p:nvPr>
        </p:nvSpPr>
        <p:spPr>
          <a:xfrm>
            <a:off x="2347900" y="18768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29"/>
          <p:cNvSpPr txBox="1"/>
          <p:nvPr/>
        </p:nvSpPr>
        <p:spPr>
          <a:xfrm>
            <a:off x="1828900" y="3697675"/>
            <a:ext cx="548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CREDITS: This presentation template was created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includes icons by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infographics &amp; images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 u="sng">
              <a:solidFill>
                <a:schemeClr val="accent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30"/>
          <p:cNvGrpSpPr/>
          <p:nvPr/>
        </p:nvGrpSpPr>
        <p:grpSpPr>
          <a:xfrm rot="-8100000">
            <a:off x="99238" y="4318221"/>
            <a:ext cx="828304" cy="623770"/>
            <a:chOff x="1298247" y="4927075"/>
            <a:chExt cx="1659675" cy="1249850"/>
          </a:xfrm>
        </p:grpSpPr>
        <p:sp>
          <p:nvSpPr>
            <p:cNvPr id="966" name="Google Shape;966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30"/>
          <p:cNvGrpSpPr/>
          <p:nvPr/>
        </p:nvGrpSpPr>
        <p:grpSpPr>
          <a:xfrm rot="-2257517">
            <a:off x="99214" y="187980"/>
            <a:ext cx="828349" cy="623804"/>
            <a:chOff x="1298247" y="4927075"/>
            <a:chExt cx="1659675" cy="1249850"/>
          </a:xfrm>
        </p:grpSpPr>
        <p:sp>
          <p:nvSpPr>
            <p:cNvPr id="974" name="Google Shape;974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0"/>
          <p:cNvGrpSpPr/>
          <p:nvPr/>
        </p:nvGrpSpPr>
        <p:grpSpPr>
          <a:xfrm rot="8542483">
            <a:off x="8216441" y="4331705"/>
            <a:ext cx="828349" cy="623804"/>
            <a:chOff x="1298247" y="4927075"/>
            <a:chExt cx="1659675" cy="1249850"/>
          </a:xfrm>
        </p:grpSpPr>
        <p:sp>
          <p:nvSpPr>
            <p:cNvPr id="982" name="Google Shape;982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30"/>
          <p:cNvGrpSpPr/>
          <p:nvPr/>
        </p:nvGrpSpPr>
        <p:grpSpPr>
          <a:xfrm rot="2700000">
            <a:off x="8311700" y="201498"/>
            <a:ext cx="828304" cy="623770"/>
            <a:chOff x="1298247" y="4927075"/>
            <a:chExt cx="1659675" cy="1249850"/>
          </a:xfrm>
        </p:grpSpPr>
        <p:sp>
          <p:nvSpPr>
            <p:cNvPr id="990" name="Google Shape;990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7" name="Google Shape;997;p30"/>
          <p:cNvSpPr/>
          <p:nvPr/>
        </p:nvSpPr>
        <p:spPr>
          <a:xfrm>
            <a:off x="340675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340675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340675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340675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40675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8659263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8659263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8659263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8659263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8659263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Google Shape;1008;p31"/>
          <p:cNvGrpSpPr/>
          <p:nvPr/>
        </p:nvGrpSpPr>
        <p:grpSpPr>
          <a:xfrm flipH="1">
            <a:off x="8583219" y="2558671"/>
            <a:ext cx="463531" cy="2584718"/>
            <a:chOff x="1273225" y="238125"/>
            <a:chExt cx="911925" cy="5085025"/>
          </a:xfrm>
        </p:grpSpPr>
        <p:sp>
          <p:nvSpPr>
            <p:cNvPr id="1009" name="Google Shape;1009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31"/>
          <p:cNvGrpSpPr/>
          <p:nvPr/>
        </p:nvGrpSpPr>
        <p:grpSpPr>
          <a:xfrm flipH="1">
            <a:off x="8583219" y="-6"/>
            <a:ext cx="463531" cy="2584718"/>
            <a:chOff x="1273225" y="238125"/>
            <a:chExt cx="911925" cy="5085025"/>
          </a:xfrm>
        </p:grpSpPr>
        <p:sp>
          <p:nvSpPr>
            <p:cNvPr id="1060" name="Google Shape;1060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0" name="Google Shape;1110;p31"/>
          <p:cNvGrpSpPr/>
          <p:nvPr/>
        </p:nvGrpSpPr>
        <p:grpSpPr>
          <a:xfrm flipH="1">
            <a:off x="132594" y="-6"/>
            <a:ext cx="463531" cy="2584718"/>
            <a:chOff x="1273225" y="238125"/>
            <a:chExt cx="911925" cy="5085025"/>
          </a:xfrm>
        </p:grpSpPr>
        <p:sp>
          <p:nvSpPr>
            <p:cNvPr id="1111" name="Google Shape;1111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31"/>
          <p:cNvGrpSpPr/>
          <p:nvPr/>
        </p:nvGrpSpPr>
        <p:grpSpPr>
          <a:xfrm flipH="1">
            <a:off x="132594" y="2558671"/>
            <a:ext cx="463531" cy="2584718"/>
            <a:chOff x="1273225" y="238125"/>
            <a:chExt cx="911925" cy="5085025"/>
          </a:xfrm>
        </p:grpSpPr>
        <p:sp>
          <p:nvSpPr>
            <p:cNvPr id="1162" name="Google Shape;1162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It4-tFoJ-Mg2YD7tozooMpjX5-REQX7S/view" TargetMode="External"/><Relationship Id="rId4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millerjd-netizen/Microbial_Cell_Eco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Creating Our Own Microbial Fuel </a:t>
            </a:r>
            <a:endParaRPr sz="6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Cell Ecosystem</a:t>
            </a:r>
            <a:endParaRPr sz="3700">
              <a:solidFill>
                <a:schemeClr val="accent1"/>
              </a:solidFill>
            </a:endParaRPr>
          </a:p>
        </p:txBody>
      </p:sp>
      <p:sp>
        <p:nvSpPr>
          <p:cNvPr id="1217" name="Google Shape;1217;p3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Nora Elena, Jonathan, Jaleel, William</a:t>
            </a:r>
            <a:endParaRPr/>
          </a:p>
        </p:txBody>
      </p:sp>
      <p:grpSp>
        <p:nvGrpSpPr>
          <p:cNvPr id="1218" name="Google Shape;1218;p32"/>
          <p:cNvGrpSpPr/>
          <p:nvPr/>
        </p:nvGrpSpPr>
        <p:grpSpPr>
          <a:xfrm>
            <a:off x="70275" y="0"/>
            <a:ext cx="911925" cy="5085025"/>
            <a:chOff x="1273225" y="238125"/>
            <a:chExt cx="911925" cy="5085025"/>
          </a:xfrm>
        </p:grpSpPr>
        <p:sp>
          <p:nvSpPr>
            <p:cNvPr id="1219" name="Google Shape;1219;p3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9" name="Google Shape;1269;p32"/>
          <p:cNvGrpSpPr/>
          <p:nvPr/>
        </p:nvGrpSpPr>
        <p:grpSpPr>
          <a:xfrm>
            <a:off x="7804166" y="4072164"/>
            <a:ext cx="757781" cy="770692"/>
            <a:chOff x="3690975" y="407750"/>
            <a:chExt cx="976647" cy="993288"/>
          </a:xfrm>
        </p:grpSpPr>
        <p:sp>
          <p:nvSpPr>
            <p:cNvPr id="1270" name="Google Shape;1270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rot="3213929">
            <a:off x="1480849" y="456530"/>
            <a:ext cx="467847" cy="475818"/>
            <a:chOff x="3690975" y="407750"/>
            <a:chExt cx="976647" cy="993288"/>
          </a:xfrm>
        </p:grpSpPr>
        <p:sp>
          <p:nvSpPr>
            <p:cNvPr id="1277" name="Google Shape;1277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3" name="Google Shape;1283;p32"/>
          <p:cNvSpPr/>
          <p:nvPr/>
        </p:nvSpPr>
        <p:spPr>
          <a:xfrm>
            <a:off x="3536950" y="356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6756550" y="6278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8221238" y="28311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6889738" y="42543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3445563" y="4709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473888" y="3648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2"/>
          <p:cNvSpPr/>
          <p:nvPr/>
        </p:nvSpPr>
        <p:spPr>
          <a:xfrm>
            <a:off x="2776500" y="3771900"/>
            <a:ext cx="3591000" cy="2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32"/>
          <p:cNvGrpSpPr/>
          <p:nvPr/>
        </p:nvGrpSpPr>
        <p:grpSpPr>
          <a:xfrm rot="-990781">
            <a:off x="7802548" y="571889"/>
            <a:ext cx="970610" cy="1132822"/>
            <a:chOff x="7465672" y="289734"/>
            <a:chExt cx="1252291" cy="1461579"/>
          </a:xfrm>
        </p:grpSpPr>
        <p:grpSp>
          <p:nvGrpSpPr>
            <p:cNvPr id="1291" name="Google Shape;1291;p3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292" name="Google Shape;1292;p3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5" name="Google Shape;1295;p3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296" name="Google Shape;1296;p3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05" name="Google Shape;1305;p33"/>
          <p:cNvSpPr txBox="1"/>
          <p:nvPr>
            <p:ph idx="16" type="subTitle"/>
          </p:nvPr>
        </p:nvSpPr>
        <p:spPr>
          <a:xfrm>
            <a:off x="731350" y="1945687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 &amp; Motivation</a:t>
            </a:r>
            <a:endParaRPr sz="1800"/>
          </a:p>
        </p:txBody>
      </p:sp>
      <p:sp>
        <p:nvSpPr>
          <p:cNvPr id="1306" name="Google Shape;1306;p33"/>
          <p:cNvSpPr txBox="1"/>
          <p:nvPr>
            <p:ph idx="5" type="title"/>
          </p:nvPr>
        </p:nvSpPr>
        <p:spPr>
          <a:xfrm>
            <a:off x="147175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07" name="Google Shape;1307;p33"/>
          <p:cNvSpPr txBox="1"/>
          <p:nvPr>
            <p:ph idx="6" type="title"/>
          </p:nvPr>
        </p:nvSpPr>
        <p:spPr>
          <a:xfrm>
            <a:off x="4096800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08" name="Google Shape;1308;p33"/>
          <p:cNvSpPr txBox="1"/>
          <p:nvPr>
            <p:ph idx="7" type="title"/>
          </p:nvPr>
        </p:nvSpPr>
        <p:spPr>
          <a:xfrm>
            <a:off x="1471788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09" name="Google Shape;1309;p33"/>
          <p:cNvSpPr txBox="1"/>
          <p:nvPr>
            <p:ph idx="8" type="title"/>
          </p:nvPr>
        </p:nvSpPr>
        <p:spPr>
          <a:xfrm>
            <a:off x="409680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0" name="Google Shape;1310;p33"/>
          <p:cNvSpPr txBox="1"/>
          <p:nvPr>
            <p:ph idx="14" type="title"/>
          </p:nvPr>
        </p:nvSpPr>
        <p:spPr>
          <a:xfrm>
            <a:off x="6899463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311" name="Google Shape;1311;p33"/>
          <p:cNvSpPr txBox="1"/>
          <p:nvPr>
            <p:ph idx="15" type="title"/>
          </p:nvPr>
        </p:nvSpPr>
        <p:spPr>
          <a:xfrm>
            <a:off x="6899475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2" name="Google Shape;1312;p33"/>
          <p:cNvSpPr txBox="1"/>
          <p:nvPr>
            <p:ph idx="17" type="subTitle"/>
          </p:nvPr>
        </p:nvSpPr>
        <p:spPr>
          <a:xfrm>
            <a:off x="731338" y="36036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Detailed Functionality</a:t>
            </a:r>
            <a:endParaRPr sz="1600"/>
          </a:p>
        </p:txBody>
      </p:sp>
      <p:sp>
        <p:nvSpPr>
          <p:cNvPr id="1313" name="Google Shape;1313;p33"/>
          <p:cNvSpPr txBox="1"/>
          <p:nvPr>
            <p:ph idx="18" type="subTitle"/>
          </p:nvPr>
        </p:nvSpPr>
        <p:spPr>
          <a:xfrm>
            <a:off x="3356388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Demo</a:t>
            </a:r>
            <a:endParaRPr sz="1800"/>
          </a:p>
        </p:txBody>
      </p:sp>
      <p:sp>
        <p:nvSpPr>
          <p:cNvPr id="1314" name="Google Shape;1314;p33"/>
          <p:cNvSpPr txBox="1"/>
          <p:nvPr>
            <p:ph idx="19" type="subTitle"/>
          </p:nvPr>
        </p:nvSpPr>
        <p:spPr>
          <a:xfrm>
            <a:off x="3356401" y="19456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Short Functionality</a:t>
            </a:r>
            <a:endParaRPr sz="1800"/>
          </a:p>
        </p:txBody>
      </p:sp>
      <p:sp>
        <p:nvSpPr>
          <p:cNvPr id="1315" name="Google Shape;1315;p33"/>
          <p:cNvSpPr txBox="1"/>
          <p:nvPr>
            <p:ph idx="20" type="subTitle"/>
          </p:nvPr>
        </p:nvSpPr>
        <p:spPr>
          <a:xfrm>
            <a:off x="6159063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Successes/Failures</a:t>
            </a:r>
            <a:endParaRPr sz="1800"/>
          </a:p>
        </p:txBody>
      </p:sp>
      <p:sp>
        <p:nvSpPr>
          <p:cNvPr id="1316" name="Google Shape;1316;p33"/>
          <p:cNvSpPr txBox="1"/>
          <p:nvPr>
            <p:ph idx="21" type="subTitle"/>
          </p:nvPr>
        </p:nvSpPr>
        <p:spPr>
          <a:xfrm>
            <a:off x="6159076" y="1945662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hort Specification</a:t>
            </a:r>
            <a:endParaRPr sz="1800"/>
          </a:p>
        </p:txBody>
      </p:sp>
      <p:grpSp>
        <p:nvGrpSpPr>
          <p:cNvPr id="1317" name="Google Shape;1317;p33"/>
          <p:cNvGrpSpPr/>
          <p:nvPr/>
        </p:nvGrpSpPr>
        <p:grpSpPr>
          <a:xfrm rot="-990781">
            <a:off x="360223" y="297489"/>
            <a:ext cx="970610" cy="1132822"/>
            <a:chOff x="7465672" y="289734"/>
            <a:chExt cx="1252291" cy="1461579"/>
          </a:xfrm>
        </p:grpSpPr>
        <p:grpSp>
          <p:nvGrpSpPr>
            <p:cNvPr id="1318" name="Google Shape;1318;p33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319" name="Google Shape;1319;p33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3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3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2" name="Google Shape;1322;p33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4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Goal &amp; Motivation</a:t>
            </a:r>
            <a:endParaRPr sz="3400"/>
          </a:p>
        </p:txBody>
      </p:sp>
      <p:sp>
        <p:nvSpPr>
          <p:cNvPr id="1332" name="Google Shape;1332;p34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3" name="Google Shape;1333;p34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4" name="Google Shape;1334;p34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335" name="Google Shape;1335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5" name="Google Shape;1385;p34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386" name="Google Shape;1386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34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4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4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4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4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1" name="Google Shape;1441;p34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442" name="Google Shape;1442;p34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43" name="Google Shape;1443;p34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34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47" name="Google Shape;1447;p34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51" name="Google Shape;1451;p34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4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5"/>
          <p:cNvSpPr txBox="1"/>
          <p:nvPr>
            <p:ph type="title"/>
          </p:nvPr>
        </p:nvSpPr>
        <p:spPr>
          <a:xfrm>
            <a:off x="975075" y="11895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Goal &amp; Motivation</a:t>
            </a:r>
            <a:endParaRPr sz="3300"/>
          </a:p>
        </p:txBody>
      </p:sp>
      <p:sp>
        <p:nvSpPr>
          <p:cNvPr id="1458" name="Google Shape;1458;p35"/>
          <p:cNvSpPr txBox="1"/>
          <p:nvPr>
            <p:ph idx="1" type="subTitle"/>
          </p:nvPr>
        </p:nvSpPr>
        <p:spPr>
          <a:xfrm>
            <a:off x="1628775" y="3649550"/>
            <a:ext cx="5766300" cy="1395600"/>
          </a:xfrm>
          <a:prstGeom prst="rect">
            <a:avLst/>
          </a:prstGeom>
          <a:solidFill>
            <a:srgbClr val="58DFF3">
              <a:alpha val="4766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Our objective is to translate real genetic circuits from sludge environments into a configurable simulation platform, allowing users to design ecosystems and assess their st</a:t>
            </a:r>
            <a:r>
              <a:rPr lang="en" sz="1800">
                <a:solidFill>
                  <a:srgbClr val="FFFFFF"/>
                </a:solidFill>
              </a:rPr>
              <a:t>a</a:t>
            </a:r>
            <a:r>
              <a:rPr lang="en" sz="1800">
                <a:solidFill>
                  <a:srgbClr val="FFFFFF"/>
                </a:solidFill>
              </a:rPr>
              <a:t>bility before implementation</a:t>
            </a:r>
            <a:endParaRPr sz="1800">
              <a:solidFill>
                <a:srgbClr val="FFFFFF"/>
              </a:solidFill>
            </a:endParaRPr>
          </a:p>
        </p:txBody>
      </p:sp>
      <p:grpSp>
        <p:nvGrpSpPr>
          <p:cNvPr id="1459" name="Google Shape;1459;p35"/>
          <p:cNvGrpSpPr/>
          <p:nvPr/>
        </p:nvGrpSpPr>
        <p:grpSpPr>
          <a:xfrm rot="-557482">
            <a:off x="1661401" y="147272"/>
            <a:ext cx="1062610" cy="1240197"/>
            <a:chOff x="7465672" y="289734"/>
            <a:chExt cx="1252291" cy="1461579"/>
          </a:xfrm>
        </p:grpSpPr>
        <p:grpSp>
          <p:nvGrpSpPr>
            <p:cNvPr id="1460" name="Google Shape;1460;p35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61" name="Google Shape;1461;p35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5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5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5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65" name="Google Shape;1465;p35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5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5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5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9" name="Google Shape;1469;p35"/>
          <p:cNvSpPr/>
          <p:nvPr/>
        </p:nvSpPr>
        <p:spPr>
          <a:xfrm>
            <a:off x="7155775" y="700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5"/>
          <p:cNvSpPr/>
          <p:nvPr/>
        </p:nvSpPr>
        <p:spPr>
          <a:xfrm>
            <a:off x="7441725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>
            <a:off x="6920513" y="49804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5"/>
          <p:cNvSpPr/>
          <p:nvPr/>
        </p:nvSpPr>
        <p:spPr>
          <a:xfrm>
            <a:off x="14660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"/>
          <p:cNvSpPr/>
          <p:nvPr/>
        </p:nvSpPr>
        <p:spPr>
          <a:xfrm>
            <a:off x="7469013" y="41527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1542388" y="4019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5"/>
          <p:cNvSpPr/>
          <p:nvPr/>
        </p:nvSpPr>
        <p:spPr>
          <a:xfrm>
            <a:off x="30558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"/>
          <p:cNvSpPr txBox="1"/>
          <p:nvPr/>
        </p:nvSpPr>
        <p:spPr>
          <a:xfrm>
            <a:off x="1349775" y="2383063"/>
            <a:ext cx="6045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Concrete Example </a:t>
            </a:r>
            <a:endParaRPr b="1" u="sng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 wastewater engineer (Southampton Lab) designing a microbial fuel cell can adjust microbial interactions (e.g., cross-feeding or cooperation) and simulate whether the community produces stable electrical output before implementing it in a treatment system</a:t>
            </a:r>
            <a:endParaRPr sz="1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77" name="Google Shape;1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775" y="131800"/>
            <a:ext cx="2628000" cy="176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6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Functionality</a:t>
            </a:r>
            <a:endParaRPr sz="3400"/>
          </a:p>
        </p:txBody>
      </p:sp>
      <p:sp>
        <p:nvSpPr>
          <p:cNvPr id="1483" name="Google Shape;1483;p36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84" name="Google Shape;1484;p36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5" name="Google Shape;1485;p36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486" name="Google Shape;1486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537" name="Google Shape;1537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7" name="Google Shape;1587;p36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6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6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6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6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2" name="Google Shape;1592;p36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593" name="Google Shape;1593;p36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594" name="Google Shape;1594;p36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6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6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7" name="Google Shape;1597;p36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598" name="Google Shape;1598;p36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6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6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6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2" name="Google Shape;1602;p36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7"/>
          <p:cNvSpPr txBox="1"/>
          <p:nvPr>
            <p:ph type="title"/>
          </p:nvPr>
        </p:nvSpPr>
        <p:spPr>
          <a:xfrm>
            <a:off x="752600" y="1872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Functionality</a:t>
            </a:r>
            <a:endParaRPr/>
          </a:p>
        </p:txBody>
      </p:sp>
      <p:sp>
        <p:nvSpPr>
          <p:cNvPr id="1609" name="Google Shape;1609;p37"/>
          <p:cNvSpPr txBox="1"/>
          <p:nvPr>
            <p:ph idx="1" type="subTitle"/>
          </p:nvPr>
        </p:nvSpPr>
        <p:spPr>
          <a:xfrm>
            <a:off x="655300" y="802500"/>
            <a:ext cx="5445300" cy="3613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1" sz="26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sliders let you adjust the influence of different biological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 categories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picks which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strains belong in the community based on slider settings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Ecosystem simulation graph updates dynamically as parameters change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Simulates how the community behaves over time and displays it as a live graph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rapid exploration of how circuit combinations affect ecosystem behavior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37"/>
          <p:cNvGrpSpPr/>
          <p:nvPr/>
        </p:nvGrpSpPr>
        <p:grpSpPr>
          <a:xfrm rot="2300942">
            <a:off x="7219399" y="569162"/>
            <a:ext cx="619659" cy="3455307"/>
            <a:chOff x="1273225" y="238125"/>
            <a:chExt cx="911925" cy="5085025"/>
          </a:xfrm>
        </p:grpSpPr>
        <p:sp>
          <p:nvSpPr>
            <p:cNvPr id="1611" name="Google Shape;1611;p37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7"/>
          <p:cNvGrpSpPr/>
          <p:nvPr/>
        </p:nvGrpSpPr>
        <p:grpSpPr>
          <a:xfrm rot="-557569">
            <a:off x="6145708" y="1663809"/>
            <a:ext cx="514938" cy="600996"/>
            <a:chOff x="7465672" y="289734"/>
            <a:chExt cx="1252291" cy="1461579"/>
          </a:xfrm>
        </p:grpSpPr>
        <p:grpSp>
          <p:nvGrpSpPr>
            <p:cNvPr id="1662" name="Google Shape;166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63" name="Google Shape;166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6" name="Google Shape;166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67" name="Google Shape;166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1" name="Google Shape;1671;p37"/>
          <p:cNvGrpSpPr/>
          <p:nvPr/>
        </p:nvGrpSpPr>
        <p:grpSpPr>
          <a:xfrm rot="-558197">
            <a:off x="7449752" y="3411620"/>
            <a:ext cx="348590" cy="406824"/>
            <a:chOff x="7465672" y="289734"/>
            <a:chExt cx="1252291" cy="1461579"/>
          </a:xfrm>
        </p:grpSpPr>
        <p:grpSp>
          <p:nvGrpSpPr>
            <p:cNvPr id="1672" name="Google Shape;167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73" name="Google Shape;167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77" name="Google Shape;167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1" name="Google Shape;1681;p37"/>
          <p:cNvSpPr/>
          <p:nvPr/>
        </p:nvSpPr>
        <p:spPr>
          <a:xfrm>
            <a:off x="6355488" y="2524050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6938625" y="153077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7"/>
          <p:cNvSpPr/>
          <p:nvPr/>
        </p:nvSpPr>
        <p:spPr>
          <a:xfrm>
            <a:off x="5822950" y="13020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8047850" y="27730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8232775" y="39338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6986400" y="41827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7"/>
          <p:cNvSpPr/>
          <p:nvPr/>
        </p:nvSpPr>
        <p:spPr>
          <a:xfrm>
            <a:off x="3513575" y="4358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7"/>
          <p:cNvSpPr/>
          <p:nvPr/>
        </p:nvSpPr>
        <p:spPr>
          <a:xfrm>
            <a:off x="846575" y="44156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7"/>
          <p:cNvSpPr/>
          <p:nvPr/>
        </p:nvSpPr>
        <p:spPr>
          <a:xfrm>
            <a:off x="8143250" y="6677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38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Specification</a:t>
            </a:r>
            <a:endParaRPr sz="3400"/>
          </a:p>
        </p:txBody>
      </p:sp>
      <p:sp>
        <p:nvSpPr>
          <p:cNvPr id="1695" name="Google Shape;1695;p38"/>
          <p:cNvSpPr txBox="1"/>
          <p:nvPr>
            <p:ph idx="2" type="title"/>
          </p:nvPr>
        </p:nvSpPr>
        <p:spPr>
          <a:xfrm>
            <a:off x="1084875" y="1362375"/>
            <a:ext cx="1263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38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698" name="Google Shape;1698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38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749" name="Google Shape;1749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9" name="Google Shape;1799;p38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8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8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4" name="Google Shape;1804;p38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805" name="Google Shape;1805;p38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806" name="Google Shape;1806;p38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8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8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9" name="Google Shape;1809;p38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810" name="Google Shape;1810;p38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8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8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8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4" name="Google Shape;1814;p38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39"/>
          <p:cNvSpPr txBox="1"/>
          <p:nvPr>
            <p:ph type="title"/>
          </p:nvPr>
        </p:nvSpPr>
        <p:spPr>
          <a:xfrm>
            <a:off x="625300" y="15340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 of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21" name="Google Shape;1821;p39"/>
          <p:cNvGrpSpPr/>
          <p:nvPr/>
        </p:nvGrpSpPr>
        <p:grpSpPr>
          <a:xfrm rot="1149490">
            <a:off x="124876" y="3640718"/>
            <a:ext cx="1331684" cy="985750"/>
            <a:chOff x="1802638" y="3918302"/>
            <a:chExt cx="842383" cy="623556"/>
          </a:xfrm>
        </p:grpSpPr>
        <p:sp>
          <p:nvSpPr>
            <p:cNvPr id="1822" name="Google Shape;1822;p39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9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9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9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9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9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9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9" name="Google Shape;1829;p39"/>
          <p:cNvGrpSpPr/>
          <p:nvPr/>
        </p:nvGrpSpPr>
        <p:grpSpPr>
          <a:xfrm>
            <a:off x="1387350" y="934775"/>
            <a:ext cx="6586800" cy="3598800"/>
            <a:chOff x="1477425" y="1145000"/>
            <a:chExt cx="6586800" cy="3598800"/>
          </a:xfrm>
        </p:grpSpPr>
        <p:sp>
          <p:nvSpPr>
            <p:cNvPr id="1830" name="Google Shape;1830;p39"/>
            <p:cNvSpPr txBox="1"/>
            <p:nvPr/>
          </p:nvSpPr>
          <p:spPr>
            <a:xfrm>
              <a:off x="14774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Genetic circuits must be from sludge microbial environments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Circuits must map to defined interaction categories: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Auxotrophic cross-feeding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production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dependency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Cooperation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Each circuit must be representable using standardized components 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promoter, RBS, CDS, terminator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The system must support modular selection and combination of multiple circuits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1" name="Google Shape;1831;p39"/>
            <p:cNvSpPr txBox="1"/>
            <p:nvPr/>
          </p:nvSpPr>
          <p:spPr>
            <a:xfrm>
              <a:off x="47708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 selection limited to literature-supported sludge organisms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Biological interactions simplified into abstracted interaction models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Dependence on predefined categories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Limited parameter availability for accurate kinetic modeling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Simulation must remain computationally efficient for real-time use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2" name="Google Shape;1832;p39"/>
            <p:cNvSpPr txBox="1"/>
            <p:nvPr/>
          </p:nvSpPr>
          <p:spPr>
            <a:xfrm>
              <a:off x="47708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Constraints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3" name="Google Shape;1833;p39"/>
            <p:cNvSpPr txBox="1"/>
            <p:nvPr/>
          </p:nvSpPr>
          <p:spPr>
            <a:xfrm>
              <a:off x="14774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Requirements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 that was used for Knox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39" name="Google Shape;1839;p40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40" name="Google Shape;1840;p40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7" name="Google Shape;18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21" y="1490106"/>
            <a:ext cx="4030506" cy="340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883" y="1490100"/>
            <a:ext cx="3903941" cy="34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4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Specification: Knox Circuit Examples</a:t>
            </a:r>
            <a:endParaRPr sz="2400"/>
          </a:p>
        </p:txBody>
      </p:sp>
      <p:grpSp>
        <p:nvGrpSpPr>
          <p:cNvPr id="1854" name="Google Shape;1854;p41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55" name="Google Shape;1855;p41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2" name="Google Shape;1862;p41"/>
          <p:cNvGrpSpPr/>
          <p:nvPr/>
        </p:nvGrpSpPr>
        <p:grpSpPr>
          <a:xfrm>
            <a:off x="898950" y="1106931"/>
            <a:ext cx="3535361" cy="2929642"/>
            <a:chOff x="4876178" y="1523800"/>
            <a:chExt cx="3918600" cy="2808322"/>
          </a:xfrm>
        </p:grpSpPr>
        <p:sp>
          <p:nvSpPr>
            <p:cNvPr id="1863" name="Google Shape;1863;p41"/>
            <p:cNvSpPr/>
            <p:nvPr/>
          </p:nvSpPr>
          <p:spPr>
            <a:xfrm>
              <a:off x="4876178" y="1594322"/>
              <a:ext cx="3918600" cy="2737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>
                <a:latin typeface="Archivo"/>
                <a:ea typeface="Archivo"/>
                <a:cs typeface="Archivo"/>
                <a:sym typeface="Archivo"/>
              </a:endParaRPr>
            </a:p>
          </p:txBody>
        </p:sp>
        <p:pic>
          <p:nvPicPr>
            <p:cNvPr id="1864" name="Google Shape;1864;p41"/>
            <p:cNvPicPr preferRelativeResize="0"/>
            <p:nvPr/>
          </p:nvPicPr>
          <p:blipFill rotWithShape="1">
            <a:blip r:embed="rId3">
              <a:alphaModFix/>
            </a:blip>
            <a:srcRect b="-1004" l="8484" r="0" t="15891"/>
            <a:stretch/>
          </p:blipFill>
          <p:spPr>
            <a:xfrm>
              <a:off x="5543708" y="1779951"/>
              <a:ext cx="2478478" cy="2552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41"/>
            <p:cNvSpPr txBox="1"/>
            <p:nvPr/>
          </p:nvSpPr>
          <p:spPr>
            <a:xfrm>
              <a:off x="5209895" y="1523800"/>
              <a:ext cx="3146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4">
                  <a:latin typeface="Archivo"/>
                  <a:ea typeface="Archivo"/>
                  <a:cs typeface="Archivo"/>
                  <a:sym typeface="Archivo"/>
                </a:rPr>
                <a:t>Ecoli_K</a:t>
              </a:r>
              <a:endParaRPr b="1" sz="1684"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66" name="Google Shape;1866;p41"/>
          <p:cNvGrpSpPr/>
          <p:nvPr/>
        </p:nvGrpSpPr>
        <p:grpSpPr>
          <a:xfrm>
            <a:off x="4702600" y="1106931"/>
            <a:ext cx="3535361" cy="2929643"/>
            <a:chOff x="4102825" y="1106931"/>
            <a:chExt cx="3535361" cy="2929643"/>
          </a:xfrm>
        </p:grpSpPr>
        <p:grpSp>
          <p:nvGrpSpPr>
            <p:cNvPr id="1867" name="Google Shape;1867;p41"/>
            <p:cNvGrpSpPr/>
            <p:nvPr/>
          </p:nvGrpSpPr>
          <p:grpSpPr>
            <a:xfrm>
              <a:off x="4102825" y="1106931"/>
              <a:ext cx="3535361" cy="2929642"/>
              <a:chOff x="4876178" y="1523800"/>
              <a:chExt cx="3918600" cy="2808322"/>
            </a:xfrm>
          </p:grpSpPr>
          <p:sp>
            <p:nvSpPr>
              <p:cNvPr id="1868" name="Google Shape;1868;p41"/>
              <p:cNvSpPr/>
              <p:nvPr/>
            </p:nvSpPr>
            <p:spPr>
              <a:xfrm>
                <a:off x="4876178" y="1594322"/>
                <a:ext cx="3918600" cy="27378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10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869" name="Google Shape;1869;p41"/>
              <p:cNvSpPr txBox="1"/>
              <p:nvPr/>
            </p:nvSpPr>
            <p:spPr>
              <a:xfrm>
                <a:off x="5209895" y="1523800"/>
                <a:ext cx="31461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84">
                    <a:latin typeface="Archivo"/>
                    <a:ea typeface="Archivo"/>
                    <a:cs typeface="Archivo"/>
                    <a:sym typeface="Archivo"/>
                  </a:rPr>
                  <a:t>Luxl_LuxR</a:t>
                </a:r>
                <a:endParaRPr b="1" sz="16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pic>
          <p:nvPicPr>
            <p:cNvPr id="1870" name="Google Shape;1870;p41"/>
            <p:cNvPicPr preferRelativeResize="0"/>
            <p:nvPr/>
          </p:nvPicPr>
          <p:blipFill rotWithShape="1">
            <a:blip r:embed="rId4">
              <a:alphaModFix/>
            </a:blip>
            <a:srcRect b="6571" l="5838" r="0" t="17900"/>
            <a:stretch/>
          </p:blipFill>
          <p:spPr>
            <a:xfrm>
              <a:off x="4609000" y="1540325"/>
              <a:ext cx="2613675" cy="249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2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Detailed Functionality</a:t>
            </a:r>
            <a:endParaRPr sz="3400"/>
          </a:p>
        </p:txBody>
      </p:sp>
      <p:sp>
        <p:nvSpPr>
          <p:cNvPr id="1876" name="Google Shape;1876;p42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8" name="Google Shape;1878;p42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879" name="Google Shape;1879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930" name="Google Shape;1930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42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2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2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42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986" name="Google Shape;1986;p4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987" name="Google Shape;1987;p4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4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0" name="Google Shape;1990;p4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991" name="Google Shape;1991;p4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5" name="Google Shape;1995;p42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43"/>
          <p:cNvSpPr txBox="1"/>
          <p:nvPr>
            <p:ph type="title"/>
          </p:nvPr>
        </p:nvSpPr>
        <p:spPr>
          <a:xfrm>
            <a:off x="764200" y="1194497"/>
            <a:ext cx="7710900" cy="31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1) Create the Knox circuits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2) Find the relevant ODEs from goldbar circuits (lit review)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3) Run Claude to make xml file to run simulation in iBioSim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02" name="Google Shape;2002;p43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3" name="Google Shape;2003;p43"/>
          <p:cNvGrpSpPr/>
          <p:nvPr/>
        </p:nvGrpSpPr>
        <p:grpSpPr>
          <a:xfrm rot="-5754368">
            <a:off x="102574" y="3979769"/>
            <a:ext cx="842390" cy="623561"/>
            <a:chOff x="1802638" y="3918302"/>
            <a:chExt cx="842383" cy="623556"/>
          </a:xfrm>
        </p:grpSpPr>
        <p:sp>
          <p:nvSpPr>
            <p:cNvPr id="2004" name="Google Shape;2004;p43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3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3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3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3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3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3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12" name="Google Shape;2012;p43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15875" y="202750"/>
            <a:ext cx="974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Detailed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Workflow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for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Simulation Creation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44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Parameters</a:t>
            </a:r>
            <a:endParaRPr/>
          </a:p>
        </p:txBody>
      </p:sp>
      <p:sp>
        <p:nvSpPr>
          <p:cNvPr id="2024" name="Google Shape;2024;p44"/>
          <p:cNvSpPr txBox="1"/>
          <p:nvPr>
            <p:ph idx="1" type="subTitle"/>
          </p:nvPr>
        </p:nvSpPr>
        <p:spPr>
          <a:xfrm>
            <a:off x="909750" y="1644525"/>
            <a:ext cx="6738900" cy="227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Cross-feeding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obligate amino acid mutualism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Kill switches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biosafety via toxin-antitoxin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Electroactivity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EET cytochrome current boost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ammonia to nitrate oxidation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Denitrification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nitrate to N₂ reduction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valuable secondary metabolite biosynthesis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Quorum sensing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cell-density-dependent coordination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5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0" name="Google Shape;2030;p45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31" name="Google Shape;2031;p4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8" name="Google Shape;2038;p45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39" name="Google Shape;2039;p45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5" name="Google Shape;2045;p45"/>
          <p:cNvSpPr txBox="1"/>
          <p:nvPr/>
        </p:nvSpPr>
        <p:spPr>
          <a:xfrm>
            <a:off x="604250" y="1423175"/>
            <a:ext cx="21444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Inserted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equations into claude to generate SBML file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Uploaded directly to iBioSIM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Manually Verified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46" name="Google Shape;2046;p45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338" y="1183925"/>
            <a:ext cx="5585700" cy="341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47" name="Google Shape;2047;p45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46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53" name="Google Shape;2053;p46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Component Interplay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E. Coli Cross Feeding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Geobacter Electrogenic Co-culture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MazE/MazF Kill Switch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Quorum Sensing (LuxI/LuxR &amp; LuxS)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Nitrogen Denitrification Cascade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Biosynthesis Pathways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6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How the Circuits Connect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Quorum Sensing → Kill Switch: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Gsulf population → AHL → LuxR_AHL → KillSignal → MazF → cell death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Nitrogen Cascade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NO (from nirS step) → induces extra OmcZ_B → boosts Current output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 E. coli → Biosynthesis: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E. coli strains maintain population stability, providing metabolic context for AcetylCoA-driven biosynthesis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Geobacter → Quorum Sensing: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Gsulf produces AHL (LuxI); Gmet produces AI2 (LuxS)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Both signals reflect Geobacter population density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Kill Switch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When KillSignal threshold is reached, MazF accumulates and kills both Gsulf and Gmet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Reduces current output and OmcZ expression as a consequence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7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7"/>
          <p:cNvSpPr txBox="1"/>
          <p:nvPr>
            <p:ph type="title"/>
          </p:nvPr>
        </p:nvSpPr>
        <p:spPr>
          <a:xfrm>
            <a:off x="720000" y="448049"/>
            <a:ext cx="7710900" cy="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User Application</a:t>
            </a:r>
            <a:endParaRPr/>
          </a:p>
        </p:txBody>
      </p:sp>
      <p:sp>
        <p:nvSpPr>
          <p:cNvPr id="2061" name="Google Shape;2061;p47"/>
          <p:cNvSpPr txBox="1"/>
          <p:nvPr>
            <p:ph idx="4294967295" type="subTitle"/>
          </p:nvPr>
        </p:nvSpPr>
        <p:spPr>
          <a:xfrm>
            <a:off x="720000" y="1378950"/>
            <a:ext cx="2835000" cy="3178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Circuits library based on SBML file inputs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Genetic circuit reference table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“Species” defines concentrations for each condition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Sliders affect rates for each attribute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ODE and simulation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Selects Consortium</a:t>
            </a:r>
            <a:endParaRPr sz="1600"/>
          </a:p>
        </p:txBody>
      </p:sp>
      <p:pic>
        <p:nvPicPr>
          <p:cNvPr id="2062" name="Google Shape;2062;p47" title="Screenshot from 2026-04-22 12-20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326" y="2292675"/>
            <a:ext cx="2670900" cy="2711100"/>
          </a:xfrm>
          <a:prstGeom prst="roundRect">
            <a:avLst>
              <a:gd fmla="val 332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3" name="Google Shape;2063;p47" title="Screenshot from 2026-04-22 12-20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150" y="1054800"/>
            <a:ext cx="3135300" cy="171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48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9" name="Google Shape;2069;p48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70" name="Google Shape;2070;p48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8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8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8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8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8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8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7" name="Google Shape;2077;p48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78" name="Google Shape;2078;p4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4" name="Google Shape;2084;p48"/>
          <p:cNvSpPr txBox="1"/>
          <p:nvPr>
            <p:ph type="title"/>
          </p:nvPr>
        </p:nvSpPr>
        <p:spPr>
          <a:xfrm>
            <a:off x="471975" y="5629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Data Flow Diagram</a:t>
            </a:r>
            <a:endParaRPr/>
          </a:p>
        </p:txBody>
      </p:sp>
      <p:pic>
        <p:nvPicPr>
          <p:cNvPr id="2085" name="Google Shape;208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975" y="634550"/>
            <a:ext cx="2507525" cy="436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49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Demo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091" name="Google Shape;2091;p49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49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3" name="Google Shape;2093;p49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094" name="Google Shape;2094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4" name="Google Shape;2144;p49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145" name="Google Shape;2145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5" name="Google Shape;2195;p49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9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49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9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9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0" name="Google Shape;2200;p49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201" name="Google Shape;2201;p49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202" name="Google Shape;2202;p49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9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9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5" name="Google Shape;2205;p49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206" name="Google Shape;2206;p49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9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9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9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10" name="Google Shape;2210;p49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9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50"/>
          <p:cNvSpPr txBox="1"/>
          <p:nvPr>
            <p:ph type="title"/>
          </p:nvPr>
        </p:nvSpPr>
        <p:spPr>
          <a:xfrm>
            <a:off x="168175" y="91650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pic>
        <p:nvPicPr>
          <p:cNvPr id="2217" name="Google Shape;2217;p50" title="Demo_BE552_Slide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9075" y="840075"/>
            <a:ext cx="7009099" cy="39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51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Successes &amp; </a:t>
            </a:r>
            <a:r>
              <a:rPr lang="en" sz="3400"/>
              <a:t>Failures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223" name="Google Shape;2223;p51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51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5" name="Google Shape;2225;p51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226" name="Google Shape;2226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6" name="Google Shape;2276;p51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277" name="Google Shape;2277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7" name="Google Shape;2327;p51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51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51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51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51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51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51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4" name="Google Shape;2334;p51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335" name="Google Shape;2335;p51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336" name="Google Shape;2336;p51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51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51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51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0" name="Google Shape;2340;p51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341" name="Google Shape;2341;p51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51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51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52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2349" name="Google Shape;2349;p52"/>
          <p:cNvSpPr txBox="1"/>
          <p:nvPr>
            <p:ph idx="1" type="subTitle"/>
          </p:nvPr>
        </p:nvSpPr>
        <p:spPr>
          <a:xfrm>
            <a:off x="4731675" y="1288775"/>
            <a:ext cx="41061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Address Complexity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connections are extremely diverse and difficult to keep track of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Validate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assumptions may not hold in real world scenarios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No Standard MFC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A lack of existing standards makes industry adoption difficult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Oversimplified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Models did not capture full complexity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Data Limitations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Limited quantitative data reduced accuracy weakening the predictive reliability of outcomes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350" name="Google Shape;2350;p52"/>
          <p:cNvSpPr txBox="1"/>
          <p:nvPr>
            <p:ph idx="2" type="subTitle"/>
          </p:nvPr>
        </p:nvSpPr>
        <p:spPr>
          <a:xfrm>
            <a:off x="397275" y="1288775"/>
            <a:ext cx="43344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Modular Design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Flexible framework allowed circuits to be freely combined across categories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Enabled rapid ecosystem assembly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Biological Grounding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Sludge circuits were </a:t>
            </a:r>
            <a:r>
              <a:rPr lang="en" sz="1500">
                <a:solidFill>
                  <a:srgbClr val="D6D5D4"/>
                </a:solidFill>
              </a:rPr>
              <a:t>drawn from</a:t>
            </a:r>
            <a:r>
              <a:rPr lang="en" sz="1500">
                <a:solidFill>
                  <a:srgbClr val="D6D5D4"/>
                </a:solidFill>
              </a:rPr>
              <a:t> validated literature, </a:t>
            </a:r>
            <a:r>
              <a:rPr lang="en" sz="1500">
                <a:solidFill>
                  <a:srgbClr val="D6D5D4"/>
                </a:solidFill>
              </a:rPr>
              <a:t>reflecting</a:t>
            </a:r>
            <a:r>
              <a:rPr lang="en" sz="1500">
                <a:solidFill>
                  <a:srgbClr val="D6D5D4"/>
                </a:solidFill>
              </a:rPr>
              <a:t> grounded data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Accessible Interface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GUI design made complex ecosystem approachable 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Users can easily configure and simulate microbial communities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Relevant Literature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Plenty of relevant literature was found for our project, including relevant equations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51" name="Google Shape;2351;p52"/>
          <p:cNvSpPr txBox="1"/>
          <p:nvPr>
            <p:ph idx="3" type="subTitle"/>
          </p:nvPr>
        </p:nvSpPr>
        <p:spPr>
          <a:xfrm>
            <a:off x="397275" y="835650"/>
            <a:ext cx="43344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Right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2" name="Google Shape;2352;p52"/>
          <p:cNvSpPr txBox="1"/>
          <p:nvPr>
            <p:ph idx="4" type="subTitle"/>
          </p:nvPr>
        </p:nvSpPr>
        <p:spPr>
          <a:xfrm>
            <a:off x="4731675" y="835650"/>
            <a:ext cx="41061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Wrong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Tradeoffs</a:t>
            </a:r>
            <a:endParaRPr/>
          </a:p>
        </p:txBody>
      </p:sp>
      <p:sp>
        <p:nvSpPr>
          <p:cNvPr id="2358" name="Google Shape;2358;p53"/>
          <p:cNvSpPr txBox="1"/>
          <p:nvPr>
            <p:ph idx="2" type="subTitle"/>
          </p:nvPr>
        </p:nvSpPr>
        <p:spPr>
          <a:xfrm>
            <a:off x="720000" y="1114500"/>
            <a:ext cx="7704000" cy="35544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Biological Realism vs. Computational Simplicity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Simplified models kept simulation fast but sacrificed accuracy in metabolic dynamics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Modularity vs. System Stability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Free circuit combination boosted flexibility in circuits but made ecosystems prone to collapse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User Accessibility vs. Model Complexity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GUI lowered the learning curve for Users but constrained parameter control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Literature-Based Selection vs. Design Flexibility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Grounding </a:t>
            </a:r>
            <a:r>
              <a:rPr lang="en" sz="1700">
                <a:solidFill>
                  <a:srgbClr val="D6D5D4"/>
                </a:solidFill>
              </a:rPr>
              <a:t>circuits in validated literature ensured biological relevance but narrowed circuit diversity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54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Improvements</a:t>
            </a:r>
            <a:endParaRPr/>
          </a:p>
        </p:txBody>
      </p:sp>
      <p:sp>
        <p:nvSpPr>
          <p:cNvPr id="2364" name="Google Shape;2364;p54"/>
          <p:cNvSpPr txBox="1"/>
          <p:nvPr>
            <p:ph idx="2" type="subTitle"/>
          </p:nvPr>
        </p:nvSpPr>
        <p:spPr>
          <a:xfrm>
            <a:off x="1056850" y="743575"/>
            <a:ext cx="7314600" cy="39153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Scoring relies solely on design rules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experimental validation would strengthen predictive confidence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Simulations lack uncertainty quantification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adding stochastic modeling would capture biological variability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circuit library is static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 enabling user defined </a:t>
            </a:r>
            <a:r>
              <a:rPr lang="en" sz="1700">
                <a:solidFill>
                  <a:srgbClr val="D6D5D4"/>
                </a:solidFill>
              </a:rPr>
              <a:t>combinations would expand design space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Dependency rules are manually curated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Integrating automated inference would improve scalability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Slider outputs are deterministic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incorporating sensitivity ranges would better reflect real system dynamics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Expanding circuit categories would increase the platform's biological coverage</a:t>
            </a:r>
            <a:endParaRPr sz="1700">
              <a:solidFill>
                <a:srgbClr val="D6D5D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55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Worked on What</a:t>
            </a:r>
            <a:endParaRPr/>
          </a:p>
        </p:txBody>
      </p:sp>
      <p:sp>
        <p:nvSpPr>
          <p:cNvPr id="2370" name="Google Shape;2370;p55"/>
          <p:cNvSpPr txBox="1"/>
          <p:nvPr>
            <p:ph idx="2" type="subTitle"/>
          </p:nvPr>
        </p:nvSpPr>
        <p:spPr>
          <a:xfrm>
            <a:off x="2139300" y="1374725"/>
            <a:ext cx="4865400" cy="19851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Literature Review: </a:t>
            </a:r>
            <a:r>
              <a:rPr lang="en" sz="1350">
                <a:solidFill>
                  <a:schemeClr val="accent6"/>
                </a:solidFill>
              </a:rPr>
              <a:t>Jaleel</a:t>
            </a:r>
            <a:endParaRPr sz="1350">
              <a:solidFill>
                <a:schemeClr val="accent6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Knox Circuits: </a:t>
            </a:r>
            <a:r>
              <a:rPr lang="en" sz="1350">
                <a:solidFill>
                  <a:srgbClr val="FFFFFF"/>
                </a:solidFill>
              </a:rPr>
              <a:t>Nora &amp; Jon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Simulations: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GUI interface: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A2D5A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56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Thanks!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76" name="Google Shape;2376;p56"/>
          <p:cNvSpPr txBox="1"/>
          <p:nvPr>
            <p:ph idx="1" type="subTitle"/>
          </p:nvPr>
        </p:nvSpPr>
        <p:spPr>
          <a:xfrm>
            <a:off x="2322050" y="1961875"/>
            <a:ext cx="4448100" cy="14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GitHub: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millerjd-netizen/Microbial_Cell_Ecosystem: Microbial Cell Ecosystem: a terminal-first E. coli + Geobacter co-culture design recommender with KNOX-inspired circuit selection, Tellurium verification, uncertainty-aware scoring, and optional calibration support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2377" name="Google Shape;2377;p56"/>
          <p:cNvGrpSpPr/>
          <p:nvPr/>
        </p:nvGrpSpPr>
        <p:grpSpPr>
          <a:xfrm rot="3214149">
            <a:off x="7596129" y="2949965"/>
            <a:ext cx="341583" cy="347323"/>
            <a:chOff x="3690975" y="407750"/>
            <a:chExt cx="976647" cy="993288"/>
          </a:xfrm>
        </p:grpSpPr>
        <p:sp>
          <p:nvSpPr>
            <p:cNvPr id="2378" name="Google Shape;2378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4" name="Google Shape;2384;p56"/>
          <p:cNvGrpSpPr/>
          <p:nvPr/>
        </p:nvGrpSpPr>
        <p:grpSpPr>
          <a:xfrm rot="3214149">
            <a:off x="2024004" y="1943765"/>
            <a:ext cx="341583" cy="347323"/>
            <a:chOff x="3690975" y="407750"/>
            <a:chExt cx="976647" cy="993288"/>
          </a:xfrm>
        </p:grpSpPr>
        <p:sp>
          <p:nvSpPr>
            <p:cNvPr id="2385" name="Google Shape;2385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1" name="Google Shape;2391;p56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2392" name="Google Shape;2392;p5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5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2" name="Google Shape;2442;p56"/>
          <p:cNvGrpSpPr/>
          <p:nvPr/>
        </p:nvGrpSpPr>
        <p:grpSpPr>
          <a:xfrm rot="2125941">
            <a:off x="7200438" y="715525"/>
            <a:ext cx="1331705" cy="985765"/>
            <a:chOff x="1802638" y="3918302"/>
            <a:chExt cx="842383" cy="623556"/>
          </a:xfrm>
        </p:grpSpPr>
        <p:sp>
          <p:nvSpPr>
            <p:cNvPr id="2443" name="Google Shape;2443;p56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6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6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6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6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6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6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0" name="Google Shape;2450;p56"/>
          <p:cNvSpPr/>
          <p:nvPr/>
        </p:nvSpPr>
        <p:spPr>
          <a:xfrm>
            <a:off x="4438788" y="4207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56"/>
          <p:cNvSpPr/>
          <p:nvPr/>
        </p:nvSpPr>
        <p:spPr>
          <a:xfrm>
            <a:off x="1670963" y="9541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56"/>
          <p:cNvSpPr/>
          <p:nvPr/>
        </p:nvSpPr>
        <p:spPr>
          <a:xfrm>
            <a:off x="2347888" y="28023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56"/>
          <p:cNvSpPr/>
          <p:nvPr/>
        </p:nvSpPr>
        <p:spPr>
          <a:xfrm>
            <a:off x="1385363" y="42400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56"/>
          <p:cNvSpPr/>
          <p:nvPr/>
        </p:nvSpPr>
        <p:spPr>
          <a:xfrm>
            <a:off x="7097163" y="2224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56"/>
          <p:cNvSpPr/>
          <p:nvPr/>
        </p:nvSpPr>
        <p:spPr>
          <a:xfrm>
            <a:off x="8214638" y="4106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56"/>
          <p:cNvSpPr/>
          <p:nvPr/>
        </p:nvSpPr>
        <p:spPr>
          <a:xfrm>
            <a:off x="4505338" y="47469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etic Engineering and Synthetic Biology Thesis Defense by Slidesgo">
  <a:themeElements>
    <a:clrScheme name="Simple Light">
      <a:dk1>
        <a:srgbClr val="00BDDF"/>
      </a:dk1>
      <a:lt1>
        <a:srgbClr val="002049"/>
      </a:lt1>
      <a:dk2>
        <a:srgbClr val="101122"/>
      </a:dk2>
      <a:lt2>
        <a:srgbClr val="66E8FF"/>
      </a:lt2>
      <a:accent1>
        <a:srgbClr val="EE9671"/>
      </a:accent1>
      <a:accent2>
        <a:srgbClr val="E55F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BDD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