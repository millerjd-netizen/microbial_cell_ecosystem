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Bebas Neue"/>
      <p:regular r:id="rId31"/>
    </p:embeddedFont>
    <p:embeddedFont>
      <p:font typeface="Outfit"/>
      <p:regular r:id="rId32"/>
      <p:bold r:id="rId33"/>
    </p:embeddedFont>
    <p:embeddedFont>
      <p:font typeface="Archivo"/>
      <p:regular r:id="rId34"/>
      <p:bold r:id="rId35"/>
      <p:italic r:id="rId36"/>
      <p:boldItalic r:id="rId37"/>
    </p:embeddedFont>
    <p:embeddedFont>
      <p:font typeface="DM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9">
          <p15:clr>
            <a:srgbClr val="747775"/>
          </p15:clr>
        </p15:guide>
        <p15:guide id="2" orient="horz" pos="21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9" orient="horz"/>
        <p:guide pos="21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italic.fntdata"/><Relationship Id="rId20" Type="http://schemas.openxmlformats.org/officeDocument/2006/relationships/slide" Target="slides/slide15.xml"/><Relationship Id="rId41" Type="http://schemas.openxmlformats.org/officeDocument/2006/relationships/font" Target="fonts/DM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ebasNeue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Outfit-bold.fntdata"/><Relationship Id="rId10" Type="http://schemas.openxmlformats.org/officeDocument/2006/relationships/slide" Target="slides/slide5.xml"/><Relationship Id="rId32" Type="http://schemas.openxmlformats.org/officeDocument/2006/relationships/font" Target="fonts/Outfit-regular.fntdata"/><Relationship Id="rId13" Type="http://schemas.openxmlformats.org/officeDocument/2006/relationships/slide" Target="slides/slide8.xml"/><Relationship Id="rId35" Type="http://schemas.openxmlformats.org/officeDocument/2006/relationships/font" Target="fonts/Archivo-bold.fntdata"/><Relationship Id="rId12" Type="http://schemas.openxmlformats.org/officeDocument/2006/relationships/slide" Target="slides/slide7.xml"/><Relationship Id="rId34" Type="http://schemas.openxmlformats.org/officeDocument/2006/relationships/font" Target="fonts/Archivo-regular.fntdata"/><Relationship Id="rId15" Type="http://schemas.openxmlformats.org/officeDocument/2006/relationships/slide" Target="slides/slide10.xml"/><Relationship Id="rId37" Type="http://schemas.openxmlformats.org/officeDocument/2006/relationships/font" Target="fonts/Archivo-boldItalic.fntdata"/><Relationship Id="rId14" Type="http://schemas.openxmlformats.org/officeDocument/2006/relationships/slide" Target="slides/slide9.xml"/><Relationship Id="rId36" Type="http://schemas.openxmlformats.org/officeDocument/2006/relationships/font" Target="fonts/Archivo-italic.fntdata"/><Relationship Id="rId17" Type="http://schemas.openxmlformats.org/officeDocument/2006/relationships/slide" Target="slides/slide12.xml"/><Relationship Id="rId39" Type="http://schemas.openxmlformats.org/officeDocument/2006/relationships/font" Target="fonts/DMSans-bold.fntdata"/><Relationship Id="rId16" Type="http://schemas.openxmlformats.org/officeDocument/2006/relationships/slide" Target="slides/slide11.xml"/><Relationship Id="rId38" Type="http://schemas.openxmlformats.org/officeDocument/2006/relationships/font" Target="fonts/DM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1dbe7b7672d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1dbe7b7672d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39796bbf263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39796bbf26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1dbfcf4eb5f_0_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1dbfcf4eb5f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1dbfcf4eb5f_0_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1dbfcf4eb5f_0_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1dc1803cff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1dc1803cff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g3978a3c1d7b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2" name="Google Shape;1692;g3978a3c1d7b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3978a3c1d7b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3978a3c1d7b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g1dbfcf4eb5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6" name="Google Shape;1836;g1dbfcf4eb5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3978a3c1d7b_2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3978a3c1d7b_2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3978de60a80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3" name="Google Shape;1873;g3978de60a80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g3978de60a80_1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9" name="Google Shape;1999;g3978de60a80_1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g3978de60a80_2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1" name="Google Shape;2021;g3978de60a80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g3978de60a80_1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7" name="Google Shape;2027;g3978de60a80_1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g3978de60a80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0" name="Google Shape;2050;g3978de60a80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g3978de60a80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7" name="Google Shape;2057;g3978de60a80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g3978de60a80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6" name="Google Shape;2066;g3978de60a80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g3978a3c1d7b_2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8" name="Google Shape;2088;g3978a3c1d7b_2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3978a3c1d7b_2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4" name="Google Shape;2214;g3978a3c1d7b_2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g3978a3c1d7b_2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0" name="Google Shape;2220;g3978a3c1d7b_2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g1dbfcf4eb5f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6" name="Google Shape;2346;g1dbfcf4eb5f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3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g3978a3c1d7b_4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5" name="Google Shape;2355;g3978a3c1d7b_4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9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g3978de60a8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1" name="Google Shape;2361;g3978de60a8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g3978a3c1d7b_4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7" name="Google Shape;2367;g3978a3c1d7b_4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g202437db6a5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3" name="Google Shape;2373;g202437db6a5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chemeClr val="lt1"/>
            </a:gs>
            <a:gs pos="100000">
              <a:srgbClr val="101122"/>
            </a:gs>
          </a:gsLst>
          <a:lin ang="5400700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214700" y="612875"/>
            <a:ext cx="6714600" cy="303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307675" y="3924025"/>
            <a:ext cx="4528800" cy="3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084875" y="2319625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1084875" y="1362375"/>
            <a:ext cx="11109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084875" y="3250104"/>
            <a:ext cx="4203900" cy="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5" name="Google Shape;15;p3"/>
          <p:cNvGrpSpPr/>
          <p:nvPr/>
        </p:nvGrpSpPr>
        <p:grpSpPr>
          <a:xfrm flipH="1" rot="-5400000">
            <a:off x="7530931" y="-947945"/>
            <a:ext cx="499553" cy="2785577"/>
            <a:chOff x="1273225" y="238125"/>
            <a:chExt cx="911925" cy="5085025"/>
          </a:xfrm>
        </p:grpSpPr>
        <p:sp>
          <p:nvSpPr>
            <p:cNvPr id="16" name="Google Shape;16;p3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" name="Google Shape;66;p3"/>
          <p:cNvGrpSpPr/>
          <p:nvPr/>
        </p:nvGrpSpPr>
        <p:grpSpPr>
          <a:xfrm flipH="1" rot="-5400000">
            <a:off x="1143006" y="3185105"/>
            <a:ext cx="499553" cy="2785577"/>
            <a:chOff x="1273225" y="238125"/>
            <a:chExt cx="911925" cy="5085025"/>
          </a:xfrm>
        </p:grpSpPr>
        <p:sp>
          <p:nvSpPr>
            <p:cNvPr id="67" name="Google Shape;67;p3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" name="Google Shape;119;p4"/>
          <p:cNvSpPr txBox="1"/>
          <p:nvPr>
            <p:ph idx="1" type="body"/>
          </p:nvPr>
        </p:nvSpPr>
        <p:spPr>
          <a:xfrm>
            <a:off x="720000" y="1052300"/>
            <a:ext cx="77040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 algn="ctr"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20" name="Google Shape;120;p4"/>
          <p:cNvGrpSpPr/>
          <p:nvPr/>
        </p:nvGrpSpPr>
        <p:grpSpPr>
          <a:xfrm flipH="1" rot="2092665">
            <a:off x="8504627" y="4504955"/>
            <a:ext cx="401195" cy="408031"/>
            <a:chOff x="3690975" y="407750"/>
            <a:chExt cx="976647" cy="993288"/>
          </a:xfrm>
        </p:grpSpPr>
        <p:sp>
          <p:nvSpPr>
            <p:cNvPr id="121" name="Google Shape;121;p4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" name="Google Shape;127;p4"/>
          <p:cNvGrpSpPr/>
          <p:nvPr/>
        </p:nvGrpSpPr>
        <p:grpSpPr>
          <a:xfrm rot="3214424">
            <a:off x="332405" y="4593833"/>
            <a:ext cx="350666" cy="356641"/>
            <a:chOff x="3690975" y="407750"/>
            <a:chExt cx="976647" cy="993288"/>
          </a:xfrm>
        </p:grpSpPr>
        <p:sp>
          <p:nvSpPr>
            <p:cNvPr id="128" name="Google Shape;128;p4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4"/>
          <p:cNvSpPr/>
          <p:nvPr/>
        </p:nvSpPr>
        <p:spPr>
          <a:xfrm>
            <a:off x="8853238" y="31171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365613" y="2157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3874188" y="46423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9" name="Google Shape;139;p5"/>
          <p:cNvSpPr txBox="1"/>
          <p:nvPr>
            <p:ph idx="1" type="subTitle"/>
          </p:nvPr>
        </p:nvSpPr>
        <p:spPr>
          <a:xfrm>
            <a:off x="4720932" y="1681851"/>
            <a:ext cx="34152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40" name="Google Shape;140;p5"/>
          <p:cNvSpPr txBox="1"/>
          <p:nvPr>
            <p:ph idx="2" type="subTitle"/>
          </p:nvPr>
        </p:nvSpPr>
        <p:spPr>
          <a:xfrm>
            <a:off x="1007868" y="1681851"/>
            <a:ext cx="34152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141" name="Google Shape;141;p5"/>
          <p:cNvSpPr txBox="1"/>
          <p:nvPr>
            <p:ph idx="3" type="subTitle"/>
          </p:nvPr>
        </p:nvSpPr>
        <p:spPr>
          <a:xfrm>
            <a:off x="1007868" y="1228725"/>
            <a:ext cx="3415200" cy="45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"/>
          <p:cNvSpPr txBox="1"/>
          <p:nvPr>
            <p:ph idx="4" type="subTitle"/>
          </p:nvPr>
        </p:nvSpPr>
        <p:spPr>
          <a:xfrm>
            <a:off x="4720921" y="1228725"/>
            <a:ext cx="3415200" cy="45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5"/>
          <p:cNvSpPr/>
          <p:nvPr/>
        </p:nvSpPr>
        <p:spPr>
          <a:xfrm flipH="1">
            <a:off x="8768075" y="18455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 flipH="1">
            <a:off x="1280375" y="4728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 flipH="1">
            <a:off x="379588" y="27587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 flipH="1">
            <a:off x="7429463" y="4729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 flipH="1">
            <a:off x="2001963" y="45419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 flipH="1">
            <a:off x="6374325" y="47305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5"/>
          <p:cNvGrpSpPr/>
          <p:nvPr/>
        </p:nvGrpSpPr>
        <p:grpSpPr>
          <a:xfrm rot="5587876">
            <a:off x="8351790" y="4349446"/>
            <a:ext cx="700139" cy="518263"/>
            <a:chOff x="1802638" y="3918302"/>
            <a:chExt cx="842383" cy="623556"/>
          </a:xfrm>
        </p:grpSpPr>
        <p:sp>
          <p:nvSpPr>
            <p:cNvPr id="150" name="Google Shape;150;p5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5"/>
          <p:cNvGrpSpPr/>
          <p:nvPr/>
        </p:nvGrpSpPr>
        <p:grpSpPr>
          <a:xfrm rot="-2296914">
            <a:off x="96141" y="280384"/>
            <a:ext cx="700115" cy="518245"/>
            <a:chOff x="1802638" y="3918302"/>
            <a:chExt cx="842383" cy="623556"/>
          </a:xfrm>
        </p:grpSpPr>
        <p:sp>
          <p:nvSpPr>
            <p:cNvPr id="158" name="Google Shape;158;p5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67" name="Google Shape;167;p6"/>
          <p:cNvGrpSpPr/>
          <p:nvPr/>
        </p:nvGrpSpPr>
        <p:grpSpPr>
          <a:xfrm rot="3214149">
            <a:off x="8617829" y="2352090"/>
            <a:ext cx="341583" cy="347323"/>
            <a:chOff x="3690975" y="407750"/>
            <a:chExt cx="976647" cy="993288"/>
          </a:xfrm>
        </p:grpSpPr>
        <p:sp>
          <p:nvSpPr>
            <p:cNvPr id="168" name="Google Shape;168;p6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6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" name="Google Shape;174;p6"/>
          <p:cNvSpPr/>
          <p:nvPr/>
        </p:nvSpPr>
        <p:spPr>
          <a:xfrm flipH="1">
            <a:off x="8547488" y="46751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 flipH="1">
            <a:off x="448638" y="2730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 flipH="1">
            <a:off x="448650" y="24591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 flipH="1">
            <a:off x="8478875" y="4063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 flipH="1">
            <a:off x="328100" y="46751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 flipH="1">
            <a:off x="4572000" y="48467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2" name="Google Shape;182;p7"/>
          <p:cNvSpPr txBox="1"/>
          <p:nvPr>
            <p:ph idx="1" type="subTitle"/>
          </p:nvPr>
        </p:nvSpPr>
        <p:spPr>
          <a:xfrm>
            <a:off x="909750" y="1347250"/>
            <a:ext cx="7324500" cy="29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83" name="Google Shape;183;p7"/>
          <p:cNvSpPr/>
          <p:nvPr/>
        </p:nvSpPr>
        <p:spPr>
          <a:xfrm flipH="1" rot="10800000">
            <a:off x="252200" y="20133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 flipH="1" rot="10800000">
            <a:off x="7990450" y="47229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 flipH="1" rot="10800000">
            <a:off x="8661788" y="24819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 flipH="1" rot="10800000">
            <a:off x="8038013" y="3224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 flipH="1" rot="10800000">
            <a:off x="932038" y="1892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 flipH="1" rot="10800000">
            <a:off x="586788" y="48561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7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91" name="Google Shape;191;p8"/>
          <p:cNvGrpSpPr/>
          <p:nvPr/>
        </p:nvGrpSpPr>
        <p:grpSpPr>
          <a:xfrm>
            <a:off x="299262" y="263401"/>
            <a:ext cx="827937" cy="4616694"/>
            <a:chOff x="1273225" y="238125"/>
            <a:chExt cx="911925" cy="5085025"/>
          </a:xfrm>
        </p:grpSpPr>
        <p:sp>
          <p:nvSpPr>
            <p:cNvPr id="192" name="Google Shape;192;p8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8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" name="Google Shape;242;p8"/>
          <p:cNvGrpSpPr/>
          <p:nvPr/>
        </p:nvGrpSpPr>
        <p:grpSpPr>
          <a:xfrm>
            <a:off x="8016812" y="263401"/>
            <a:ext cx="827937" cy="4616694"/>
            <a:chOff x="1273225" y="238125"/>
            <a:chExt cx="911925" cy="5085025"/>
          </a:xfrm>
        </p:grpSpPr>
        <p:sp>
          <p:nvSpPr>
            <p:cNvPr id="243" name="Google Shape;243;p8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8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"/>
          <p:cNvSpPr txBox="1"/>
          <p:nvPr>
            <p:ph type="title"/>
          </p:nvPr>
        </p:nvSpPr>
        <p:spPr>
          <a:xfrm>
            <a:off x="2424600" y="2269788"/>
            <a:ext cx="4294800" cy="8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5" name="Google Shape;295;p9"/>
          <p:cNvSpPr txBox="1"/>
          <p:nvPr>
            <p:ph idx="1" type="subTitle"/>
          </p:nvPr>
        </p:nvSpPr>
        <p:spPr>
          <a:xfrm>
            <a:off x="2424600" y="3181338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6" name="Google Shape;296;p9"/>
          <p:cNvGrpSpPr/>
          <p:nvPr/>
        </p:nvGrpSpPr>
        <p:grpSpPr>
          <a:xfrm>
            <a:off x="220350" y="0"/>
            <a:ext cx="911925" cy="5085025"/>
            <a:chOff x="1273225" y="238125"/>
            <a:chExt cx="911925" cy="5085025"/>
          </a:xfrm>
        </p:grpSpPr>
        <p:sp>
          <p:nvSpPr>
            <p:cNvPr id="297" name="Google Shape;297;p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" name="Google Shape;347;p9"/>
          <p:cNvGrpSpPr/>
          <p:nvPr/>
        </p:nvGrpSpPr>
        <p:grpSpPr>
          <a:xfrm>
            <a:off x="8011725" y="0"/>
            <a:ext cx="911925" cy="5085025"/>
            <a:chOff x="1273225" y="238125"/>
            <a:chExt cx="911925" cy="5085025"/>
          </a:xfrm>
        </p:grpSpPr>
        <p:sp>
          <p:nvSpPr>
            <p:cNvPr id="348" name="Google Shape;348;p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0"/>
          <p:cNvSpPr txBox="1"/>
          <p:nvPr>
            <p:ph type="title"/>
          </p:nvPr>
        </p:nvSpPr>
        <p:spPr>
          <a:xfrm>
            <a:off x="713225" y="3902975"/>
            <a:ext cx="5678100" cy="629400"/>
          </a:xfrm>
          <a:prstGeom prst="rect">
            <a:avLst/>
          </a:prstGeom>
          <a:solidFill>
            <a:srgbClr val="EE9671">
              <a:alpha val="8364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10"/>
          <p:cNvSpPr/>
          <p:nvPr/>
        </p:nvSpPr>
        <p:spPr>
          <a:xfrm flipH="1" rot="10800000">
            <a:off x="372663" y="22333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 flipH="1" rot="10800000">
            <a:off x="296463" y="48197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 flipH="1" rot="10800000">
            <a:off x="372663" y="2730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 flipH="1" rot="10800000">
            <a:off x="8087863" y="2730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4" name="Google Shape;404;p10"/>
          <p:cNvGrpSpPr/>
          <p:nvPr/>
        </p:nvGrpSpPr>
        <p:grpSpPr>
          <a:xfrm rot="3214149">
            <a:off x="8408229" y="4538715"/>
            <a:ext cx="341583" cy="347323"/>
            <a:chOff x="3690975" y="407750"/>
            <a:chExt cx="976647" cy="993288"/>
          </a:xfrm>
        </p:grpSpPr>
        <p:sp>
          <p:nvSpPr>
            <p:cNvPr id="405" name="Google Shape;405;p10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0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0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0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0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0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"/>
          <p:cNvSpPr txBox="1"/>
          <p:nvPr>
            <p:ph hasCustomPrompt="1" type="title"/>
          </p:nvPr>
        </p:nvSpPr>
        <p:spPr>
          <a:xfrm>
            <a:off x="1284000" y="1261775"/>
            <a:ext cx="6576000" cy="15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3" name="Google Shape;413;p11"/>
          <p:cNvSpPr txBox="1"/>
          <p:nvPr>
            <p:ph idx="1" type="subTitle"/>
          </p:nvPr>
        </p:nvSpPr>
        <p:spPr>
          <a:xfrm>
            <a:off x="1284000" y="300022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3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13"/>
          <p:cNvSpPr txBox="1"/>
          <p:nvPr>
            <p:ph idx="1" type="subTitle"/>
          </p:nvPr>
        </p:nvSpPr>
        <p:spPr>
          <a:xfrm>
            <a:off x="731338" y="2269379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13"/>
          <p:cNvSpPr txBox="1"/>
          <p:nvPr>
            <p:ph idx="2" type="subTitle"/>
          </p:nvPr>
        </p:nvSpPr>
        <p:spPr>
          <a:xfrm>
            <a:off x="731338" y="3815600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13"/>
          <p:cNvSpPr txBox="1"/>
          <p:nvPr>
            <p:ph idx="3" type="subTitle"/>
          </p:nvPr>
        </p:nvSpPr>
        <p:spPr>
          <a:xfrm>
            <a:off x="3356402" y="3815600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13"/>
          <p:cNvSpPr txBox="1"/>
          <p:nvPr>
            <p:ph idx="4" type="subTitle"/>
          </p:nvPr>
        </p:nvSpPr>
        <p:spPr>
          <a:xfrm>
            <a:off x="3356402" y="2269379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13"/>
          <p:cNvSpPr txBox="1"/>
          <p:nvPr>
            <p:ph hasCustomPrompt="1" idx="5" type="title"/>
          </p:nvPr>
        </p:nvSpPr>
        <p:spPr>
          <a:xfrm>
            <a:off x="1471800" y="1307475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2" name="Google Shape;422;p13"/>
          <p:cNvSpPr txBox="1"/>
          <p:nvPr>
            <p:ph hasCustomPrompt="1" idx="6" type="title"/>
          </p:nvPr>
        </p:nvSpPr>
        <p:spPr>
          <a:xfrm>
            <a:off x="4096863" y="2853799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3" name="Google Shape;423;p13"/>
          <p:cNvSpPr txBox="1"/>
          <p:nvPr>
            <p:ph hasCustomPrompt="1" idx="7" type="title"/>
          </p:nvPr>
        </p:nvSpPr>
        <p:spPr>
          <a:xfrm>
            <a:off x="1471800" y="2853799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4" name="Google Shape;424;p13"/>
          <p:cNvSpPr txBox="1"/>
          <p:nvPr>
            <p:ph hasCustomPrompt="1" idx="8" type="title"/>
          </p:nvPr>
        </p:nvSpPr>
        <p:spPr>
          <a:xfrm>
            <a:off x="4096863" y="1307475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5" name="Google Shape;425;p13"/>
          <p:cNvSpPr txBox="1"/>
          <p:nvPr>
            <p:ph idx="9" type="subTitle"/>
          </p:nvPr>
        </p:nvSpPr>
        <p:spPr>
          <a:xfrm>
            <a:off x="5981465" y="3815600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13"/>
          <p:cNvSpPr txBox="1"/>
          <p:nvPr>
            <p:ph idx="13" type="subTitle"/>
          </p:nvPr>
        </p:nvSpPr>
        <p:spPr>
          <a:xfrm>
            <a:off x="5981465" y="2269379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13"/>
          <p:cNvSpPr txBox="1"/>
          <p:nvPr>
            <p:ph hasCustomPrompt="1" idx="14" type="title"/>
          </p:nvPr>
        </p:nvSpPr>
        <p:spPr>
          <a:xfrm>
            <a:off x="6721925" y="2853799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8" name="Google Shape;428;p13"/>
          <p:cNvSpPr txBox="1"/>
          <p:nvPr>
            <p:ph hasCustomPrompt="1" idx="15" type="title"/>
          </p:nvPr>
        </p:nvSpPr>
        <p:spPr>
          <a:xfrm>
            <a:off x="6721925" y="1307475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9" name="Google Shape;429;p13"/>
          <p:cNvSpPr txBox="1"/>
          <p:nvPr>
            <p:ph idx="16" type="subTitle"/>
          </p:nvPr>
        </p:nvSpPr>
        <p:spPr>
          <a:xfrm>
            <a:off x="731350" y="1812175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0" name="Google Shape;430;p13"/>
          <p:cNvSpPr txBox="1"/>
          <p:nvPr>
            <p:ph idx="17" type="subTitle"/>
          </p:nvPr>
        </p:nvSpPr>
        <p:spPr>
          <a:xfrm>
            <a:off x="731350" y="3358398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1" name="Google Shape;431;p13"/>
          <p:cNvSpPr txBox="1"/>
          <p:nvPr>
            <p:ph idx="18" type="subTitle"/>
          </p:nvPr>
        </p:nvSpPr>
        <p:spPr>
          <a:xfrm>
            <a:off x="3356413" y="3358398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2" name="Google Shape;432;p13"/>
          <p:cNvSpPr txBox="1"/>
          <p:nvPr>
            <p:ph idx="19" type="subTitle"/>
          </p:nvPr>
        </p:nvSpPr>
        <p:spPr>
          <a:xfrm>
            <a:off x="3356413" y="1812175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3" name="Google Shape;433;p13"/>
          <p:cNvSpPr txBox="1"/>
          <p:nvPr>
            <p:ph idx="20" type="subTitle"/>
          </p:nvPr>
        </p:nvSpPr>
        <p:spPr>
          <a:xfrm>
            <a:off x="5981476" y="3358398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4" name="Google Shape;434;p13"/>
          <p:cNvSpPr txBox="1"/>
          <p:nvPr>
            <p:ph idx="21" type="subTitle"/>
          </p:nvPr>
        </p:nvSpPr>
        <p:spPr>
          <a:xfrm>
            <a:off x="5981476" y="1812175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5" name="Google Shape;435;p13"/>
          <p:cNvSpPr/>
          <p:nvPr/>
        </p:nvSpPr>
        <p:spPr>
          <a:xfrm>
            <a:off x="328100" y="27541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7966825" y="3118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8772088" y="28201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2422188" y="3118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5848263" y="4706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1471788" y="4706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1" name="Google Shape;441;p13"/>
          <p:cNvGrpSpPr/>
          <p:nvPr/>
        </p:nvGrpSpPr>
        <p:grpSpPr>
          <a:xfrm rot="-8100000">
            <a:off x="-19462" y="4460858"/>
            <a:ext cx="828304" cy="623770"/>
            <a:chOff x="1298247" y="4927075"/>
            <a:chExt cx="1659675" cy="1249850"/>
          </a:xfrm>
        </p:grpSpPr>
        <p:sp>
          <p:nvSpPr>
            <p:cNvPr id="442" name="Google Shape;442;p13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3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3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3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3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3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3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9" name="Google Shape;449;p13"/>
          <p:cNvGrpSpPr/>
          <p:nvPr/>
        </p:nvGrpSpPr>
        <p:grpSpPr>
          <a:xfrm rot="3279992">
            <a:off x="8235990" y="888822"/>
            <a:ext cx="828210" cy="623699"/>
            <a:chOff x="1298247" y="4927075"/>
            <a:chExt cx="1659675" cy="1249850"/>
          </a:xfrm>
        </p:grpSpPr>
        <p:sp>
          <p:nvSpPr>
            <p:cNvPr id="450" name="Google Shape;450;p13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3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3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3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3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3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3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"/>
          <p:cNvSpPr txBox="1"/>
          <p:nvPr>
            <p:ph type="title"/>
          </p:nvPr>
        </p:nvSpPr>
        <p:spPr>
          <a:xfrm>
            <a:off x="1226400" y="29129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9" name="Google Shape;459;p14"/>
          <p:cNvSpPr txBox="1"/>
          <p:nvPr>
            <p:ph idx="1" type="subTitle"/>
          </p:nvPr>
        </p:nvSpPr>
        <p:spPr>
          <a:xfrm>
            <a:off x="1226400" y="132396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460" name="Google Shape;460;p14"/>
          <p:cNvGrpSpPr/>
          <p:nvPr/>
        </p:nvGrpSpPr>
        <p:grpSpPr>
          <a:xfrm>
            <a:off x="58" y="4115417"/>
            <a:ext cx="9143945" cy="827937"/>
            <a:chOff x="58" y="3963017"/>
            <a:chExt cx="9143945" cy="827937"/>
          </a:xfrm>
        </p:grpSpPr>
        <p:grpSp>
          <p:nvGrpSpPr>
            <p:cNvPr id="461" name="Google Shape;461;p14"/>
            <p:cNvGrpSpPr/>
            <p:nvPr/>
          </p:nvGrpSpPr>
          <p:grpSpPr>
            <a:xfrm rot="5400000">
              <a:off x="6421688" y="2068638"/>
              <a:ext cx="827937" cy="4616694"/>
              <a:chOff x="1273225" y="238125"/>
              <a:chExt cx="911925" cy="5085025"/>
            </a:xfrm>
          </p:grpSpPr>
          <p:sp>
            <p:nvSpPr>
              <p:cNvPr id="462" name="Google Shape;462;p14"/>
              <p:cNvSpPr/>
              <p:nvPr/>
            </p:nvSpPr>
            <p:spPr>
              <a:xfrm>
                <a:off x="1273225" y="2647600"/>
                <a:ext cx="911925" cy="1470725"/>
              </a:xfrm>
              <a:custGeom>
                <a:rect b="b" l="l" r="r" t="t"/>
                <a:pathLst>
                  <a:path extrusionOk="0" h="58829" w="36477">
                    <a:moveTo>
                      <a:pt x="0" y="1"/>
                    </a:moveTo>
                    <a:lnTo>
                      <a:pt x="0" y="10639"/>
                    </a:lnTo>
                    <a:cubicBezTo>
                      <a:pt x="0" y="22352"/>
                      <a:pt x="9632" y="29765"/>
                      <a:pt x="18240" y="34734"/>
                    </a:cubicBezTo>
                    <a:cubicBezTo>
                      <a:pt x="26845" y="39703"/>
                      <a:pt x="36477" y="47116"/>
                      <a:pt x="36477" y="58829"/>
                    </a:cubicBezTo>
                    <a:lnTo>
                      <a:pt x="36477" y="48188"/>
                    </a:lnTo>
                    <a:cubicBezTo>
                      <a:pt x="36477" y="36475"/>
                      <a:pt x="26845" y="29062"/>
                      <a:pt x="18240" y="24093"/>
                    </a:cubicBezTo>
                    <a:cubicBezTo>
                      <a:pt x="9632" y="19126"/>
                      <a:pt x="0" y="117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14"/>
              <p:cNvSpPr/>
              <p:nvPr/>
            </p:nvSpPr>
            <p:spPr>
              <a:xfrm>
                <a:off x="1273225" y="14428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0" y="1"/>
                    </a:moveTo>
                    <a:lnTo>
                      <a:pt x="0" y="10642"/>
                    </a:lnTo>
                    <a:cubicBezTo>
                      <a:pt x="0" y="22355"/>
                      <a:pt x="9632" y="29767"/>
                      <a:pt x="18240" y="34737"/>
                    </a:cubicBezTo>
                    <a:cubicBezTo>
                      <a:pt x="26847" y="39706"/>
                      <a:pt x="36477" y="47119"/>
                      <a:pt x="36477" y="58832"/>
                    </a:cubicBezTo>
                    <a:lnTo>
                      <a:pt x="36477" y="48191"/>
                    </a:lnTo>
                    <a:cubicBezTo>
                      <a:pt x="36477" y="36478"/>
                      <a:pt x="26845" y="29065"/>
                      <a:pt x="18240" y="24096"/>
                    </a:cubicBezTo>
                    <a:cubicBezTo>
                      <a:pt x="9632" y="19127"/>
                      <a:pt x="0" y="117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4"/>
              <p:cNvSpPr/>
              <p:nvPr/>
            </p:nvSpPr>
            <p:spPr>
              <a:xfrm>
                <a:off x="1273225" y="238125"/>
                <a:ext cx="911925" cy="1470775"/>
              </a:xfrm>
              <a:custGeom>
                <a:rect b="b" l="l" r="r" t="t"/>
                <a:pathLst>
                  <a:path extrusionOk="0" h="58831" w="36477">
                    <a:moveTo>
                      <a:pt x="0" y="0"/>
                    </a:moveTo>
                    <a:lnTo>
                      <a:pt x="0" y="10641"/>
                    </a:lnTo>
                    <a:cubicBezTo>
                      <a:pt x="0" y="22354"/>
                      <a:pt x="9632" y="29767"/>
                      <a:pt x="18240" y="34736"/>
                    </a:cubicBezTo>
                    <a:cubicBezTo>
                      <a:pt x="26845" y="39705"/>
                      <a:pt x="36477" y="47118"/>
                      <a:pt x="36477" y="58831"/>
                    </a:cubicBezTo>
                    <a:lnTo>
                      <a:pt x="36477" y="48190"/>
                    </a:lnTo>
                    <a:cubicBezTo>
                      <a:pt x="36477" y="36477"/>
                      <a:pt x="26847" y="29064"/>
                      <a:pt x="18240" y="24095"/>
                    </a:cubicBezTo>
                    <a:cubicBezTo>
                      <a:pt x="9632" y="19126"/>
                      <a:pt x="0" y="1171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4"/>
              <p:cNvSpPr/>
              <p:nvPr/>
            </p:nvSpPr>
            <p:spPr>
              <a:xfrm>
                <a:off x="1273225" y="14428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1"/>
                    </a:moveTo>
                    <a:cubicBezTo>
                      <a:pt x="36477" y="11714"/>
                      <a:pt x="26847" y="19127"/>
                      <a:pt x="18240" y="24096"/>
                    </a:cubicBezTo>
                    <a:cubicBezTo>
                      <a:pt x="9632" y="29065"/>
                      <a:pt x="0" y="36478"/>
                      <a:pt x="0" y="48191"/>
                    </a:cubicBezTo>
                    <a:lnTo>
                      <a:pt x="0" y="58832"/>
                    </a:lnTo>
                    <a:cubicBezTo>
                      <a:pt x="0" y="47119"/>
                      <a:pt x="9632" y="39706"/>
                      <a:pt x="18240" y="34737"/>
                    </a:cubicBezTo>
                    <a:cubicBezTo>
                      <a:pt x="26845" y="29767"/>
                      <a:pt x="36477" y="22355"/>
                      <a:pt x="36477" y="10642"/>
                    </a:cubicBezTo>
                    <a:lnTo>
                      <a:pt x="364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14"/>
              <p:cNvSpPr/>
              <p:nvPr/>
            </p:nvSpPr>
            <p:spPr>
              <a:xfrm>
                <a:off x="1273225" y="238125"/>
                <a:ext cx="911925" cy="1470775"/>
              </a:xfrm>
              <a:custGeom>
                <a:rect b="b" l="l" r="r" t="t"/>
                <a:pathLst>
                  <a:path extrusionOk="0" h="58831" w="36477">
                    <a:moveTo>
                      <a:pt x="36477" y="0"/>
                    </a:moveTo>
                    <a:cubicBezTo>
                      <a:pt x="36477" y="11713"/>
                      <a:pt x="26845" y="19126"/>
                      <a:pt x="18240" y="24095"/>
                    </a:cubicBezTo>
                    <a:cubicBezTo>
                      <a:pt x="9632" y="29064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5"/>
                      <a:pt x="18240" y="34736"/>
                    </a:cubicBezTo>
                    <a:cubicBezTo>
                      <a:pt x="26847" y="29767"/>
                      <a:pt x="36477" y="22354"/>
                      <a:pt x="36477" y="10641"/>
                    </a:cubicBezTo>
                    <a:lnTo>
                      <a:pt x="36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14"/>
              <p:cNvSpPr/>
              <p:nvPr/>
            </p:nvSpPr>
            <p:spPr>
              <a:xfrm>
                <a:off x="1273225" y="38523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0" y="0"/>
                    </a:moveTo>
                    <a:lnTo>
                      <a:pt x="0" y="10641"/>
                    </a:lnTo>
                    <a:cubicBezTo>
                      <a:pt x="0" y="22354"/>
                      <a:pt x="9632" y="29767"/>
                      <a:pt x="18240" y="34736"/>
                    </a:cubicBezTo>
                    <a:cubicBezTo>
                      <a:pt x="26847" y="39705"/>
                      <a:pt x="36477" y="47118"/>
                      <a:pt x="36477" y="58831"/>
                    </a:cubicBezTo>
                    <a:lnTo>
                      <a:pt x="36477" y="48190"/>
                    </a:lnTo>
                    <a:cubicBezTo>
                      <a:pt x="36477" y="36477"/>
                      <a:pt x="26845" y="29064"/>
                      <a:pt x="18240" y="24095"/>
                    </a:cubicBezTo>
                    <a:cubicBezTo>
                      <a:pt x="9632" y="19126"/>
                      <a:pt x="0" y="1171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4"/>
              <p:cNvSpPr/>
              <p:nvPr/>
            </p:nvSpPr>
            <p:spPr>
              <a:xfrm>
                <a:off x="1273225" y="38523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0"/>
                    </a:moveTo>
                    <a:cubicBezTo>
                      <a:pt x="36477" y="11713"/>
                      <a:pt x="26847" y="19124"/>
                      <a:pt x="18240" y="24095"/>
                    </a:cubicBezTo>
                    <a:cubicBezTo>
                      <a:pt x="9632" y="29064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5"/>
                      <a:pt x="18240" y="34736"/>
                    </a:cubicBezTo>
                    <a:cubicBezTo>
                      <a:pt x="26845" y="29767"/>
                      <a:pt x="36477" y="22354"/>
                      <a:pt x="36477" y="10641"/>
                    </a:cubicBezTo>
                    <a:lnTo>
                      <a:pt x="36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14"/>
              <p:cNvSpPr/>
              <p:nvPr/>
            </p:nvSpPr>
            <p:spPr>
              <a:xfrm>
                <a:off x="1273225" y="264760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1"/>
                    </a:moveTo>
                    <a:cubicBezTo>
                      <a:pt x="36477" y="11714"/>
                      <a:pt x="26845" y="19126"/>
                      <a:pt x="18240" y="24095"/>
                    </a:cubicBezTo>
                    <a:cubicBezTo>
                      <a:pt x="9632" y="29065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6"/>
                      <a:pt x="18240" y="34736"/>
                    </a:cubicBezTo>
                    <a:cubicBezTo>
                      <a:pt x="26845" y="29767"/>
                      <a:pt x="36477" y="22355"/>
                      <a:pt x="36477" y="10642"/>
                    </a:cubicBezTo>
                    <a:lnTo>
                      <a:pt x="364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14"/>
              <p:cNvSpPr/>
              <p:nvPr/>
            </p:nvSpPr>
            <p:spPr>
              <a:xfrm>
                <a:off x="1729200" y="1556350"/>
                <a:ext cx="375075" cy="39075"/>
              </a:xfrm>
              <a:custGeom>
                <a:rect b="b" l="l" r="r" t="t"/>
                <a:pathLst>
                  <a:path extrusionOk="0" h="1563" w="15003">
                    <a:moveTo>
                      <a:pt x="1" y="0"/>
                    </a:moveTo>
                    <a:lnTo>
                      <a:pt x="1" y="1562"/>
                    </a:lnTo>
                    <a:lnTo>
                      <a:pt x="14222" y="1562"/>
                    </a:lnTo>
                    <a:cubicBezTo>
                      <a:pt x="14652" y="1562"/>
                      <a:pt x="15002" y="1212"/>
                      <a:pt x="15002" y="782"/>
                    </a:cubicBezTo>
                    <a:cubicBezTo>
                      <a:pt x="15002" y="350"/>
                      <a:pt x="14652" y="0"/>
                      <a:pt x="142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4"/>
              <p:cNvSpPr/>
              <p:nvPr/>
            </p:nvSpPr>
            <p:spPr>
              <a:xfrm>
                <a:off x="1354100" y="1556350"/>
                <a:ext cx="375125" cy="39075"/>
              </a:xfrm>
              <a:custGeom>
                <a:rect b="b" l="l" r="r" t="t"/>
                <a:pathLst>
                  <a:path extrusionOk="0" h="1563" w="15005">
                    <a:moveTo>
                      <a:pt x="780" y="0"/>
                    </a:moveTo>
                    <a:cubicBezTo>
                      <a:pt x="351" y="0"/>
                      <a:pt x="1" y="350"/>
                      <a:pt x="1" y="782"/>
                    </a:cubicBezTo>
                    <a:cubicBezTo>
                      <a:pt x="1" y="1212"/>
                      <a:pt x="351" y="1562"/>
                      <a:pt x="780" y="1562"/>
                    </a:cubicBezTo>
                    <a:lnTo>
                      <a:pt x="15005" y="1562"/>
                    </a:lnTo>
                    <a:lnTo>
                      <a:pt x="150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4"/>
              <p:cNvSpPr/>
              <p:nvPr/>
            </p:nvSpPr>
            <p:spPr>
              <a:xfrm>
                <a:off x="1729200" y="139395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6"/>
                      <a:pt x="11752" y="1208"/>
                      <a:pt x="11752" y="783"/>
                    </a:cubicBezTo>
                    <a:cubicBezTo>
                      <a:pt x="11752" y="358"/>
                      <a:pt x="11412" y="11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4"/>
              <p:cNvSpPr/>
              <p:nvPr/>
            </p:nvSpPr>
            <p:spPr>
              <a:xfrm>
                <a:off x="1435350" y="139395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766" y="1"/>
                    </a:moveTo>
                    <a:cubicBezTo>
                      <a:pt x="341" y="11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4"/>
              <p:cNvSpPr/>
              <p:nvPr/>
            </p:nvSpPr>
            <p:spPr>
              <a:xfrm>
                <a:off x="1729200" y="1231650"/>
                <a:ext cx="178825" cy="39025"/>
              </a:xfrm>
              <a:custGeom>
                <a:rect b="b" l="l" r="r" t="t"/>
                <a:pathLst>
                  <a:path extrusionOk="0" h="1561" w="7153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802" y="1560"/>
                      <a:pt x="7152" y="1212"/>
                      <a:pt x="7152" y="780"/>
                    </a:cubicBezTo>
                    <a:cubicBezTo>
                      <a:pt x="7152" y="350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4"/>
              <p:cNvSpPr/>
              <p:nvPr/>
            </p:nvSpPr>
            <p:spPr>
              <a:xfrm>
                <a:off x="1550350" y="123165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0"/>
                    </a:moveTo>
                    <a:cubicBezTo>
                      <a:pt x="350" y="0"/>
                      <a:pt x="0" y="350"/>
                      <a:pt x="0" y="780"/>
                    </a:cubicBezTo>
                    <a:cubicBezTo>
                      <a:pt x="0" y="1212"/>
                      <a:pt x="350" y="1560"/>
                      <a:pt x="783" y="1560"/>
                    </a:cubicBezTo>
                    <a:lnTo>
                      <a:pt x="7155" y="1560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4"/>
              <p:cNvSpPr/>
              <p:nvPr/>
            </p:nvSpPr>
            <p:spPr>
              <a:xfrm>
                <a:off x="1729200" y="171872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0"/>
                      <a:pt x="11767" y="1212"/>
                      <a:pt x="11767" y="780"/>
                    </a:cubicBezTo>
                    <a:cubicBezTo>
                      <a:pt x="11767" y="350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4"/>
              <p:cNvSpPr/>
              <p:nvPr/>
            </p:nvSpPr>
            <p:spPr>
              <a:xfrm>
                <a:off x="1435000" y="171872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0"/>
                      <a:pt x="780" y="1563"/>
                    </a:cubicBezTo>
                    <a:lnTo>
                      <a:pt x="11766" y="1563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4"/>
              <p:cNvSpPr/>
              <p:nvPr/>
            </p:nvSpPr>
            <p:spPr>
              <a:xfrm>
                <a:off x="1729200" y="1881100"/>
                <a:ext cx="178825" cy="39025"/>
              </a:xfrm>
              <a:custGeom>
                <a:rect b="b" l="l" r="r" t="t"/>
                <a:pathLst>
                  <a:path extrusionOk="0" h="1561" w="7153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802" y="1560"/>
                      <a:pt x="7152" y="1210"/>
                      <a:pt x="7152" y="780"/>
                    </a:cubicBezTo>
                    <a:cubicBezTo>
                      <a:pt x="7152" y="348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14"/>
              <p:cNvSpPr/>
              <p:nvPr/>
            </p:nvSpPr>
            <p:spPr>
              <a:xfrm>
                <a:off x="1550350" y="188110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0"/>
                    </a:moveTo>
                    <a:cubicBezTo>
                      <a:pt x="350" y="0"/>
                      <a:pt x="0" y="348"/>
                      <a:pt x="0" y="780"/>
                    </a:cubicBezTo>
                    <a:cubicBezTo>
                      <a:pt x="0" y="1210"/>
                      <a:pt x="350" y="1560"/>
                      <a:pt x="783" y="1560"/>
                    </a:cubicBezTo>
                    <a:lnTo>
                      <a:pt x="7155" y="1560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4"/>
              <p:cNvSpPr/>
              <p:nvPr/>
            </p:nvSpPr>
            <p:spPr>
              <a:xfrm>
                <a:off x="1354450" y="2761075"/>
                <a:ext cx="374775" cy="39100"/>
              </a:xfrm>
              <a:custGeom>
                <a:rect b="b" l="l" r="r" t="t"/>
                <a:pathLst>
                  <a:path extrusionOk="0" h="1564" w="14991">
                    <a:moveTo>
                      <a:pt x="766" y="1"/>
                    </a:moveTo>
                    <a:cubicBezTo>
                      <a:pt x="341" y="8"/>
                      <a:pt x="1" y="356"/>
                      <a:pt x="1" y="781"/>
                    </a:cubicBezTo>
                    <a:cubicBezTo>
                      <a:pt x="1" y="1206"/>
                      <a:pt x="341" y="1554"/>
                      <a:pt x="766" y="1563"/>
                    </a:cubicBezTo>
                    <a:lnTo>
                      <a:pt x="14991" y="1563"/>
                    </a:lnTo>
                    <a:lnTo>
                      <a:pt x="1499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4"/>
              <p:cNvSpPr/>
              <p:nvPr/>
            </p:nvSpPr>
            <p:spPr>
              <a:xfrm>
                <a:off x="1729200" y="2761075"/>
                <a:ext cx="374700" cy="39100"/>
              </a:xfrm>
              <a:custGeom>
                <a:rect b="b" l="l" r="r" t="t"/>
                <a:pathLst>
                  <a:path extrusionOk="0" h="1564" w="14988">
                    <a:moveTo>
                      <a:pt x="1" y="1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47" y="1554"/>
                      <a:pt x="14988" y="1206"/>
                      <a:pt x="14988" y="781"/>
                    </a:cubicBezTo>
                    <a:cubicBezTo>
                      <a:pt x="14988" y="356"/>
                      <a:pt x="14647" y="8"/>
                      <a:pt x="142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4"/>
              <p:cNvSpPr/>
              <p:nvPr/>
            </p:nvSpPr>
            <p:spPr>
              <a:xfrm>
                <a:off x="1435000" y="2923475"/>
                <a:ext cx="294175" cy="39000"/>
              </a:xfrm>
              <a:custGeom>
                <a:rect b="b" l="l" r="r" t="t"/>
                <a:pathLst>
                  <a:path extrusionOk="0" h="1560" w="11767">
                    <a:moveTo>
                      <a:pt x="780" y="0"/>
                    </a:moveTo>
                    <a:cubicBezTo>
                      <a:pt x="348" y="0"/>
                      <a:pt x="0" y="348"/>
                      <a:pt x="0" y="780"/>
                    </a:cubicBezTo>
                    <a:cubicBezTo>
                      <a:pt x="0" y="1212"/>
                      <a:pt x="348" y="1560"/>
                      <a:pt x="780" y="1560"/>
                    </a:cubicBezTo>
                    <a:lnTo>
                      <a:pt x="11766" y="1560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4"/>
              <p:cNvSpPr/>
              <p:nvPr/>
            </p:nvSpPr>
            <p:spPr>
              <a:xfrm>
                <a:off x="1729200" y="2923475"/>
                <a:ext cx="294175" cy="39000"/>
              </a:xfrm>
              <a:custGeom>
                <a:rect b="b" l="l" r="r" t="t"/>
                <a:pathLst>
                  <a:path extrusionOk="0" h="1560" w="11767">
                    <a:moveTo>
                      <a:pt x="1" y="0"/>
                    </a:moveTo>
                    <a:lnTo>
                      <a:pt x="1" y="1560"/>
                    </a:lnTo>
                    <a:lnTo>
                      <a:pt x="10987" y="1560"/>
                    </a:lnTo>
                    <a:cubicBezTo>
                      <a:pt x="11419" y="1560"/>
                      <a:pt x="11767" y="1212"/>
                      <a:pt x="11767" y="780"/>
                    </a:cubicBezTo>
                    <a:cubicBezTo>
                      <a:pt x="11767" y="348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4"/>
              <p:cNvSpPr/>
              <p:nvPr/>
            </p:nvSpPr>
            <p:spPr>
              <a:xfrm>
                <a:off x="1550350" y="3085775"/>
                <a:ext cx="178875" cy="39100"/>
              </a:xfrm>
              <a:custGeom>
                <a:rect b="b" l="l" r="r" t="t"/>
                <a:pathLst>
                  <a:path extrusionOk="0" h="1564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4"/>
              <p:cNvSpPr/>
              <p:nvPr/>
            </p:nvSpPr>
            <p:spPr>
              <a:xfrm>
                <a:off x="1729200" y="3085775"/>
                <a:ext cx="178825" cy="39100"/>
              </a:xfrm>
              <a:custGeom>
                <a:rect b="b" l="l" r="r" t="t"/>
                <a:pathLst>
                  <a:path extrusionOk="0" h="1564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3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4"/>
              <p:cNvSpPr/>
              <p:nvPr/>
            </p:nvSpPr>
            <p:spPr>
              <a:xfrm>
                <a:off x="1435000" y="25987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2"/>
                      <a:pt x="780" y="1562"/>
                    </a:cubicBezTo>
                    <a:lnTo>
                      <a:pt x="11766" y="1562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14"/>
              <p:cNvSpPr/>
              <p:nvPr/>
            </p:nvSpPr>
            <p:spPr>
              <a:xfrm>
                <a:off x="1729200" y="25987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2"/>
                    </a:lnTo>
                    <a:lnTo>
                      <a:pt x="10987" y="1562"/>
                    </a:lnTo>
                    <a:cubicBezTo>
                      <a:pt x="11419" y="1562"/>
                      <a:pt x="11767" y="1212"/>
                      <a:pt x="11767" y="780"/>
                    </a:cubicBezTo>
                    <a:cubicBezTo>
                      <a:pt x="11767" y="350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14"/>
              <p:cNvSpPr/>
              <p:nvPr/>
            </p:nvSpPr>
            <p:spPr>
              <a:xfrm>
                <a:off x="1550700" y="2436400"/>
                <a:ext cx="178525" cy="39000"/>
              </a:xfrm>
              <a:custGeom>
                <a:rect b="b" l="l" r="r" t="t"/>
                <a:pathLst>
                  <a:path extrusionOk="0" h="1560" w="7141">
                    <a:moveTo>
                      <a:pt x="769" y="0"/>
                    </a:moveTo>
                    <a:cubicBezTo>
                      <a:pt x="341" y="7"/>
                      <a:pt x="1" y="355"/>
                      <a:pt x="1" y="780"/>
                    </a:cubicBezTo>
                    <a:cubicBezTo>
                      <a:pt x="1" y="1205"/>
                      <a:pt x="341" y="1553"/>
                      <a:pt x="769" y="1560"/>
                    </a:cubicBezTo>
                    <a:lnTo>
                      <a:pt x="7141" y="1560"/>
                    </a:lnTo>
                    <a:lnTo>
                      <a:pt x="71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4"/>
              <p:cNvSpPr/>
              <p:nvPr/>
            </p:nvSpPr>
            <p:spPr>
              <a:xfrm>
                <a:off x="1729200" y="2436400"/>
                <a:ext cx="178450" cy="39000"/>
              </a:xfrm>
              <a:custGeom>
                <a:rect b="b" l="l" r="r" t="t"/>
                <a:pathLst>
                  <a:path extrusionOk="0" h="1560" w="7138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798" y="1553"/>
                      <a:pt x="7138" y="1205"/>
                      <a:pt x="7138" y="780"/>
                    </a:cubicBezTo>
                    <a:cubicBezTo>
                      <a:pt x="7138" y="355"/>
                      <a:pt x="6798" y="7"/>
                      <a:pt x="6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4"/>
              <p:cNvSpPr/>
              <p:nvPr/>
            </p:nvSpPr>
            <p:spPr>
              <a:xfrm>
                <a:off x="1729200" y="3965825"/>
                <a:ext cx="375075" cy="39075"/>
              </a:xfrm>
              <a:custGeom>
                <a:rect b="b" l="l" r="r" t="t"/>
                <a:pathLst>
                  <a:path extrusionOk="0" h="1563" w="15003">
                    <a:moveTo>
                      <a:pt x="1" y="1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52" y="1563"/>
                      <a:pt x="15002" y="1213"/>
                      <a:pt x="15002" y="783"/>
                    </a:cubicBezTo>
                    <a:cubicBezTo>
                      <a:pt x="15002" y="351"/>
                      <a:pt x="14652" y="1"/>
                      <a:pt x="142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14"/>
              <p:cNvSpPr/>
              <p:nvPr/>
            </p:nvSpPr>
            <p:spPr>
              <a:xfrm>
                <a:off x="1354100" y="3965825"/>
                <a:ext cx="375125" cy="39075"/>
              </a:xfrm>
              <a:custGeom>
                <a:rect b="b" l="l" r="r" t="t"/>
                <a:pathLst>
                  <a:path extrusionOk="0" h="1563" w="15005">
                    <a:moveTo>
                      <a:pt x="780" y="1"/>
                    </a:moveTo>
                    <a:cubicBezTo>
                      <a:pt x="351" y="1"/>
                      <a:pt x="1" y="351"/>
                      <a:pt x="1" y="783"/>
                    </a:cubicBezTo>
                    <a:cubicBezTo>
                      <a:pt x="1" y="1213"/>
                      <a:pt x="351" y="1563"/>
                      <a:pt x="780" y="1563"/>
                    </a:cubicBezTo>
                    <a:lnTo>
                      <a:pt x="15005" y="1563"/>
                    </a:lnTo>
                    <a:lnTo>
                      <a:pt x="150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4"/>
              <p:cNvSpPr/>
              <p:nvPr/>
            </p:nvSpPr>
            <p:spPr>
              <a:xfrm>
                <a:off x="1729200" y="3803450"/>
                <a:ext cx="293825" cy="39075"/>
              </a:xfrm>
              <a:custGeom>
                <a:rect b="b" l="l" r="r" t="t"/>
                <a:pathLst>
                  <a:path extrusionOk="0" h="1563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6"/>
                      <a:pt x="11752" y="1208"/>
                      <a:pt x="11752" y="783"/>
                    </a:cubicBezTo>
                    <a:cubicBezTo>
                      <a:pt x="11752" y="358"/>
                      <a:pt x="11412" y="10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14"/>
              <p:cNvSpPr/>
              <p:nvPr/>
            </p:nvSpPr>
            <p:spPr>
              <a:xfrm>
                <a:off x="1435350" y="3803450"/>
                <a:ext cx="293825" cy="39075"/>
              </a:xfrm>
              <a:custGeom>
                <a:rect b="b" l="l" r="r" t="t"/>
                <a:pathLst>
                  <a:path extrusionOk="0" h="1563" w="11753">
                    <a:moveTo>
                      <a:pt x="766" y="1"/>
                    </a:moveTo>
                    <a:cubicBezTo>
                      <a:pt x="341" y="10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14"/>
              <p:cNvSpPr/>
              <p:nvPr/>
            </p:nvSpPr>
            <p:spPr>
              <a:xfrm>
                <a:off x="1729200" y="3641125"/>
                <a:ext cx="178825" cy="39100"/>
              </a:xfrm>
              <a:custGeom>
                <a:rect b="b" l="l" r="r" t="t"/>
                <a:pathLst>
                  <a:path extrusionOk="0" h="1564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1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14"/>
              <p:cNvSpPr/>
              <p:nvPr/>
            </p:nvSpPr>
            <p:spPr>
              <a:xfrm>
                <a:off x="1550350" y="3641125"/>
                <a:ext cx="178875" cy="39100"/>
              </a:xfrm>
              <a:custGeom>
                <a:rect b="b" l="l" r="r" t="t"/>
                <a:pathLst>
                  <a:path extrusionOk="0" h="1564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1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14"/>
              <p:cNvSpPr/>
              <p:nvPr/>
            </p:nvSpPr>
            <p:spPr>
              <a:xfrm>
                <a:off x="1729200" y="412820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3"/>
                      <a:pt x="11752" y="1206"/>
                      <a:pt x="11752" y="781"/>
                    </a:cubicBezTo>
                    <a:cubicBezTo>
                      <a:pt x="11752" y="356"/>
                      <a:pt x="11412" y="8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14"/>
              <p:cNvSpPr/>
              <p:nvPr/>
            </p:nvSpPr>
            <p:spPr>
              <a:xfrm>
                <a:off x="1435350" y="412820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766" y="1"/>
                    </a:moveTo>
                    <a:cubicBezTo>
                      <a:pt x="341" y="11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14"/>
              <p:cNvSpPr/>
              <p:nvPr/>
            </p:nvSpPr>
            <p:spPr>
              <a:xfrm>
                <a:off x="1729200" y="4290525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3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14"/>
              <p:cNvSpPr/>
              <p:nvPr/>
            </p:nvSpPr>
            <p:spPr>
              <a:xfrm>
                <a:off x="1550350" y="4290525"/>
                <a:ext cx="178875" cy="39075"/>
              </a:xfrm>
              <a:custGeom>
                <a:rect b="b" l="l" r="r" t="t"/>
                <a:pathLst>
                  <a:path extrusionOk="0" h="1563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14"/>
              <p:cNvSpPr/>
              <p:nvPr/>
            </p:nvSpPr>
            <p:spPr>
              <a:xfrm>
                <a:off x="1354100" y="5170575"/>
                <a:ext cx="375125" cy="39025"/>
              </a:xfrm>
              <a:custGeom>
                <a:rect b="b" l="l" r="r" t="t"/>
                <a:pathLst>
                  <a:path extrusionOk="0" h="1561" w="15005">
                    <a:moveTo>
                      <a:pt x="780" y="1"/>
                    </a:moveTo>
                    <a:cubicBezTo>
                      <a:pt x="351" y="1"/>
                      <a:pt x="1" y="348"/>
                      <a:pt x="1" y="780"/>
                    </a:cubicBezTo>
                    <a:cubicBezTo>
                      <a:pt x="1" y="1213"/>
                      <a:pt x="351" y="1560"/>
                      <a:pt x="780" y="1560"/>
                    </a:cubicBezTo>
                    <a:lnTo>
                      <a:pt x="15005" y="1560"/>
                    </a:lnTo>
                    <a:lnTo>
                      <a:pt x="150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14"/>
              <p:cNvSpPr/>
              <p:nvPr/>
            </p:nvSpPr>
            <p:spPr>
              <a:xfrm>
                <a:off x="1729200" y="5170575"/>
                <a:ext cx="375075" cy="39025"/>
              </a:xfrm>
              <a:custGeom>
                <a:rect b="b" l="l" r="r" t="t"/>
                <a:pathLst>
                  <a:path extrusionOk="0" h="1561" w="15003">
                    <a:moveTo>
                      <a:pt x="1" y="1"/>
                    </a:moveTo>
                    <a:lnTo>
                      <a:pt x="1" y="1560"/>
                    </a:lnTo>
                    <a:lnTo>
                      <a:pt x="14222" y="1560"/>
                    </a:lnTo>
                    <a:cubicBezTo>
                      <a:pt x="14652" y="1560"/>
                      <a:pt x="15002" y="1213"/>
                      <a:pt x="15002" y="780"/>
                    </a:cubicBezTo>
                    <a:cubicBezTo>
                      <a:pt x="15002" y="348"/>
                      <a:pt x="14652" y="1"/>
                      <a:pt x="142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4"/>
              <p:cNvSpPr/>
              <p:nvPr/>
            </p:nvSpPr>
            <p:spPr>
              <a:xfrm>
                <a:off x="1435000" y="5008200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3"/>
                      <a:pt x="780" y="1563"/>
                    </a:cubicBezTo>
                    <a:lnTo>
                      <a:pt x="11766" y="1563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14"/>
              <p:cNvSpPr/>
              <p:nvPr/>
            </p:nvSpPr>
            <p:spPr>
              <a:xfrm>
                <a:off x="1729200" y="5008200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3"/>
                      <a:pt x="11767" y="1212"/>
                      <a:pt x="11767" y="783"/>
                    </a:cubicBezTo>
                    <a:cubicBezTo>
                      <a:pt x="11767" y="350"/>
                      <a:pt x="11419" y="3"/>
                      <a:pt x="10987" y="3"/>
                    </a:cubicBezTo>
                    <a:lnTo>
                      <a:pt x="109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14"/>
              <p:cNvSpPr/>
              <p:nvPr/>
            </p:nvSpPr>
            <p:spPr>
              <a:xfrm>
                <a:off x="1550350" y="4845825"/>
                <a:ext cx="178875" cy="39075"/>
              </a:xfrm>
              <a:custGeom>
                <a:rect b="b" l="l" r="r" t="t"/>
                <a:pathLst>
                  <a:path extrusionOk="0" h="1563" w="7155">
                    <a:moveTo>
                      <a:pt x="783" y="0"/>
                    </a:moveTo>
                    <a:cubicBezTo>
                      <a:pt x="350" y="0"/>
                      <a:pt x="0" y="350"/>
                      <a:pt x="0" y="780"/>
                    </a:cubicBezTo>
                    <a:cubicBezTo>
                      <a:pt x="0" y="1212"/>
                      <a:pt x="350" y="1560"/>
                      <a:pt x="783" y="1562"/>
                    </a:cubicBezTo>
                    <a:lnTo>
                      <a:pt x="7155" y="1562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14"/>
              <p:cNvSpPr/>
              <p:nvPr/>
            </p:nvSpPr>
            <p:spPr>
              <a:xfrm>
                <a:off x="1729200" y="4845825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0"/>
                    </a:moveTo>
                    <a:lnTo>
                      <a:pt x="1" y="1562"/>
                    </a:lnTo>
                    <a:lnTo>
                      <a:pt x="6373" y="1562"/>
                    </a:lnTo>
                    <a:cubicBezTo>
                      <a:pt x="6802" y="1562"/>
                      <a:pt x="7152" y="1212"/>
                      <a:pt x="7152" y="780"/>
                    </a:cubicBezTo>
                    <a:cubicBezTo>
                      <a:pt x="7152" y="350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14"/>
              <p:cNvSpPr/>
              <p:nvPr/>
            </p:nvSpPr>
            <p:spPr>
              <a:xfrm>
                <a:off x="1354450" y="351600"/>
                <a:ext cx="374775" cy="39075"/>
              </a:xfrm>
              <a:custGeom>
                <a:rect b="b" l="l" r="r" t="t"/>
                <a:pathLst>
                  <a:path extrusionOk="0" h="1563" w="14991">
                    <a:moveTo>
                      <a:pt x="766" y="0"/>
                    </a:moveTo>
                    <a:cubicBezTo>
                      <a:pt x="341" y="10"/>
                      <a:pt x="1" y="355"/>
                      <a:pt x="1" y="783"/>
                    </a:cubicBezTo>
                    <a:cubicBezTo>
                      <a:pt x="1" y="1208"/>
                      <a:pt x="341" y="1555"/>
                      <a:pt x="766" y="1563"/>
                    </a:cubicBezTo>
                    <a:lnTo>
                      <a:pt x="14991" y="1563"/>
                    </a:lnTo>
                    <a:lnTo>
                      <a:pt x="149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14"/>
              <p:cNvSpPr/>
              <p:nvPr/>
            </p:nvSpPr>
            <p:spPr>
              <a:xfrm>
                <a:off x="1729200" y="351600"/>
                <a:ext cx="374700" cy="39075"/>
              </a:xfrm>
              <a:custGeom>
                <a:rect b="b" l="l" r="r" t="t"/>
                <a:pathLst>
                  <a:path extrusionOk="0" h="1563" w="14988">
                    <a:moveTo>
                      <a:pt x="1" y="0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47" y="1555"/>
                      <a:pt x="14988" y="1208"/>
                      <a:pt x="14988" y="783"/>
                    </a:cubicBezTo>
                    <a:cubicBezTo>
                      <a:pt x="14988" y="355"/>
                      <a:pt x="14647" y="10"/>
                      <a:pt x="142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4"/>
              <p:cNvSpPr/>
              <p:nvPr/>
            </p:nvSpPr>
            <p:spPr>
              <a:xfrm>
                <a:off x="1435000" y="5139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1"/>
                    </a:moveTo>
                    <a:cubicBezTo>
                      <a:pt x="348" y="1"/>
                      <a:pt x="0" y="351"/>
                      <a:pt x="0" y="780"/>
                    </a:cubicBezTo>
                    <a:cubicBezTo>
                      <a:pt x="0" y="1213"/>
                      <a:pt x="348" y="1563"/>
                      <a:pt x="780" y="1563"/>
                    </a:cubicBezTo>
                    <a:lnTo>
                      <a:pt x="11766" y="1563"/>
                    </a:lnTo>
                    <a:lnTo>
                      <a:pt x="1176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14"/>
              <p:cNvSpPr/>
              <p:nvPr/>
            </p:nvSpPr>
            <p:spPr>
              <a:xfrm>
                <a:off x="1729200" y="5139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3"/>
                      <a:pt x="11767" y="1213"/>
                      <a:pt x="11767" y="780"/>
                    </a:cubicBezTo>
                    <a:cubicBezTo>
                      <a:pt x="11767" y="351"/>
                      <a:pt x="11419" y="1"/>
                      <a:pt x="109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14"/>
              <p:cNvSpPr/>
              <p:nvPr/>
            </p:nvSpPr>
            <p:spPr>
              <a:xfrm>
                <a:off x="1550350" y="67635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1"/>
                    </a:moveTo>
                    <a:cubicBezTo>
                      <a:pt x="350" y="1"/>
                      <a:pt x="0" y="348"/>
                      <a:pt x="0" y="781"/>
                    </a:cubicBezTo>
                    <a:cubicBezTo>
                      <a:pt x="0" y="1213"/>
                      <a:pt x="350" y="1561"/>
                      <a:pt x="783" y="1561"/>
                    </a:cubicBezTo>
                    <a:lnTo>
                      <a:pt x="7155" y="1561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14"/>
              <p:cNvSpPr/>
              <p:nvPr/>
            </p:nvSpPr>
            <p:spPr>
              <a:xfrm>
                <a:off x="1729200" y="676350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1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2" name="Google Shape;512;p14"/>
            <p:cNvGrpSpPr/>
            <p:nvPr/>
          </p:nvGrpSpPr>
          <p:grpSpPr>
            <a:xfrm rot="5400000">
              <a:off x="1894437" y="2068638"/>
              <a:ext cx="827937" cy="4616694"/>
              <a:chOff x="1273225" y="238125"/>
              <a:chExt cx="911925" cy="5085025"/>
            </a:xfrm>
          </p:grpSpPr>
          <p:sp>
            <p:nvSpPr>
              <p:cNvPr id="513" name="Google Shape;513;p14"/>
              <p:cNvSpPr/>
              <p:nvPr/>
            </p:nvSpPr>
            <p:spPr>
              <a:xfrm>
                <a:off x="1273225" y="2647600"/>
                <a:ext cx="911925" cy="1470725"/>
              </a:xfrm>
              <a:custGeom>
                <a:rect b="b" l="l" r="r" t="t"/>
                <a:pathLst>
                  <a:path extrusionOk="0" h="58829" w="36477">
                    <a:moveTo>
                      <a:pt x="0" y="1"/>
                    </a:moveTo>
                    <a:lnTo>
                      <a:pt x="0" y="10639"/>
                    </a:lnTo>
                    <a:cubicBezTo>
                      <a:pt x="0" y="22352"/>
                      <a:pt x="9632" y="29765"/>
                      <a:pt x="18240" y="34734"/>
                    </a:cubicBezTo>
                    <a:cubicBezTo>
                      <a:pt x="26845" y="39703"/>
                      <a:pt x="36477" y="47116"/>
                      <a:pt x="36477" y="58829"/>
                    </a:cubicBezTo>
                    <a:lnTo>
                      <a:pt x="36477" y="48188"/>
                    </a:lnTo>
                    <a:cubicBezTo>
                      <a:pt x="36477" y="36475"/>
                      <a:pt x="26845" y="29062"/>
                      <a:pt x="18240" y="24093"/>
                    </a:cubicBezTo>
                    <a:cubicBezTo>
                      <a:pt x="9632" y="19126"/>
                      <a:pt x="0" y="117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4"/>
              <p:cNvSpPr/>
              <p:nvPr/>
            </p:nvSpPr>
            <p:spPr>
              <a:xfrm>
                <a:off x="1273225" y="14428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0" y="1"/>
                    </a:moveTo>
                    <a:lnTo>
                      <a:pt x="0" y="10642"/>
                    </a:lnTo>
                    <a:cubicBezTo>
                      <a:pt x="0" y="22355"/>
                      <a:pt x="9632" y="29767"/>
                      <a:pt x="18240" y="34737"/>
                    </a:cubicBezTo>
                    <a:cubicBezTo>
                      <a:pt x="26847" y="39706"/>
                      <a:pt x="36477" y="47119"/>
                      <a:pt x="36477" y="58832"/>
                    </a:cubicBezTo>
                    <a:lnTo>
                      <a:pt x="36477" y="48191"/>
                    </a:lnTo>
                    <a:cubicBezTo>
                      <a:pt x="36477" y="36478"/>
                      <a:pt x="26845" y="29065"/>
                      <a:pt x="18240" y="24096"/>
                    </a:cubicBezTo>
                    <a:cubicBezTo>
                      <a:pt x="9632" y="19127"/>
                      <a:pt x="0" y="117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4"/>
              <p:cNvSpPr/>
              <p:nvPr/>
            </p:nvSpPr>
            <p:spPr>
              <a:xfrm>
                <a:off x="1273225" y="238125"/>
                <a:ext cx="911925" cy="1470775"/>
              </a:xfrm>
              <a:custGeom>
                <a:rect b="b" l="l" r="r" t="t"/>
                <a:pathLst>
                  <a:path extrusionOk="0" h="58831" w="36477">
                    <a:moveTo>
                      <a:pt x="0" y="0"/>
                    </a:moveTo>
                    <a:lnTo>
                      <a:pt x="0" y="10641"/>
                    </a:lnTo>
                    <a:cubicBezTo>
                      <a:pt x="0" y="22354"/>
                      <a:pt x="9632" y="29767"/>
                      <a:pt x="18240" y="34736"/>
                    </a:cubicBezTo>
                    <a:cubicBezTo>
                      <a:pt x="26845" y="39705"/>
                      <a:pt x="36477" y="47118"/>
                      <a:pt x="36477" y="58831"/>
                    </a:cubicBezTo>
                    <a:lnTo>
                      <a:pt x="36477" y="48190"/>
                    </a:lnTo>
                    <a:cubicBezTo>
                      <a:pt x="36477" y="36477"/>
                      <a:pt x="26847" y="29064"/>
                      <a:pt x="18240" y="24095"/>
                    </a:cubicBezTo>
                    <a:cubicBezTo>
                      <a:pt x="9632" y="19126"/>
                      <a:pt x="0" y="1171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4"/>
              <p:cNvSpPr/>
              <p:nvPr/>
            </p:nvSpPr>
            <p:spPr>
              <a:xfrm>
                <a:off x="1273225" y="14428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1"/>
                    </a:moveTo>
                    <a:cubicBezTo>
                      <a:pt x="36477" y="11714"/>
                      <a:pt x="26847" y="19127"/>
                      <a:pt x="18240" y="24096"/>
                    </a:cubicBezTo>
                    <a:cubicBezTo>
                      <a:pt x="9632" y="29065"/>
                      <a:pt x="0" y="36478"/>
                      <a:pt x="0" y="48191"/>
                    </a:cubicBezTo>
                    <a:lnTo>
                      <a:pt x="0" y="58832"/>
                    </a:lnTo>
                    <a:cubicBezTo>
                      <a:pt x="0" y="47119"/>
                      <a:pt x="9632" y="39706"/>
                      <a:pt x="18240" y="34737"/>
                    </a:cubicBezTo>
                    <a:cubicBezTo>
                      <a:pt x="26845" y="29767"/>
                      <a:pt x="36477" y="22355"/>
                      <a:pt x="36477" y="10642"/>
                    </a:cubicBezTo>
                    <a:lnTo>
                      <a:pt x="364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4"/>
              <p:cNvSpPr/>
              <p:nvPr/>
            </p:nvSpPr>
            <p:spPr>
              <a:xfrm>
                <a:off x="1273225" y="238125"/>
                <a:ext cx="911925" cy="1470775"/>
              </a:xfrm>
              <a:custGeom>
                <a:rect b="b" l="l" r="r" t="t"/>
                <a:pathLst>
                  <a:path extrusionOk="0" h="58831" w="36477">
                    <a:moveTo>
                      <a:pt x="36477" y="0"/>
                    </a:moveTo>
                    <a:cubicBezTo>
                      <a:pt x="36477" y="11713"/>
                      <a:pt x="26845" y="19126"/>
                      <a:pt x="18240" y="24095"/>
                    </a:cubicBezTo>
                    <a:cubicBezTo>
                      <a:pt x="9632" y="29064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5"/>
                      <a:pt x="18240" y="34736"/>
                    </a:cubicBezTo>
                    <a:cubicBezTo>
                      <a:pt x="26847" y="29767"/>
                      <a:pt x="36477" y="22354"/>
                      <a:pt x="36477" y="10641"/>
                    </a:cubicBezTo>
                    <a:lnTo>
                      <a:pt x="36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14"/>
              <p:cNvSpPr/>
              <p:nvPr/>
            </p:nvSpPr>
            <p:spPr>
              <a:xfrm>
                <a:off x="1273225" y="38523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0" y="0"/>
                    </a:moveTo>
                    <a:lnTo>
                      <a:pt x="0" y="10641"/>
                    </a:lnTo>
                    <a:cubicBezTo>
                      <a:pt x="0" y="22354"/>
                      <a:pt x="9632" y="29767"/>
                      <a:pt x="18240" y="34736"/>
                    </a:cubicBezTo>
                    <a:cubicBezTo>
                      <a:pt x="26847" y="39705"/>
                      <a:pt x="36477" y="47118"/>
                      <a:pt x="36477" y="58831"/>
                    </a:cubicBezTo>
                    <a:lnTo>
                      <a:pt x="36477" y="48190"/>
                    </a:lnTo>
                    <a:cubicBezTo>
                      <a:pt x="36477" y="36477"/>
                      <a:pt x="26845" y="29064"/>
                      <a:pt x="18240" y="24095"/>
                    </a:cubicBezTo>
                    <a:cubicBezTo>
                      <a:pt x="9632" y="19126"/>
                      <a:pt x="0" y="1171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14"/>
              <p:cNvSpPr/>
              <p:nvPr/>
            </p:nvSpPr>
            <p:spPr>
              <a:xfrm>
                <a:off x="1273225" y="38523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0"/>
                    </a:moveTo>
                    <a:cubicBezTo>
                      <a:pt x="36477" y="11713"/>
                      <a:pt x="26847" y="19124"/>
                      <a:pt x="18240" y="24095"/>
                    </a:cubicBezTo>
                    <a:cubicBezTo>
                      <a:pt x="9632" y="29064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5"/>
                      <a:pt x="18240" y="34736"/>
                    </a:cubicBezTo>
                    <a:cubicBezTo>
                      <a:pt x="26845" y="29767"/>
                      <a:pt x="36477" y="22354"/>
                      <a:pt x="36477" y="10641"/>
                    </a:cubicBezTo>
                    <a:lnTo>
                      <a:pt x="36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14"/>
              <p:cNvSpPr/>
              <p:nvPr/>
            </p:nvSpPr>
            <p:spPr>
              <a:xfrm>
                <a:off x="1273225" y="264760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1"/>
                    </a:moveTo>
                    <a:cubicBezTo>
                      <a:pt x="36477" y="11714"/>
                      <a:pt x="26845" y="19126"/>
                      <a:pt x="18240" y="24095"/>
                    </a:cubicBezTo>
                    <a:cubicBezTo>
                      <a:pt x="9632" y="29065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6"/>
                      <a:pt x="18240" y="34736"/>
                    </a:cubicBezTo>
                    <a:cubicBezTo>
                      <a:pt x="26845" y="29767"/>
                      <a:pt x="36477" y="22355"/>
                      <a:pt x="36477" y="10642"/>
                    </a:cubicBezTo>
                    <a:lnTo>
                      <a:pt x="364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14"/>
              <p:cNvSpPr/>
              <p:nvPr/>
            </p:nvSpPr>
            <p:spPr>
              <a:xfrm>
                <a:off x="1729200" y="1556350"/>
                <a:ext cx="375075" cy="39075"/>
              </a:xfrm>
              <a:custGeom>
                <a:rect b="b" l="l" r="r" t="t"/>
                <a:pathLst>
                  <a:path extrusionOk="0" h="1563" w="15003">
                    <a:moveTo>
                      <a:pt x="1" y="0"/>
                    </a:moveTo>
                    <a:lnTo>
                      <a:pt x="1" y="1562"/>
                    </a:lnTo>
                    <a:lnTo>
                      <a:pt x="14222" y="1562"/>
                    </a:lnTo>
                    <a:cubicBezTo>
                      <a:pt x="14652" y="1562"/>
                      <a:pt x="15002" y="1212"/>
                      <a:pt x="15002" y="782"/>
                    </a:cubicBezTo>
                    <a:cubicBezTo>
                      <a:pt x="15002" y="350"/>
                      <a:pt x="14652" y="0"/>
                      <a:pt x="142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14"/>
              <p:cNvSpPr/>
              <p:nvPr/>
            </p:nvSpPr>
            <p:spPr>
              <a:xfrm>
                <a:off x="1354100" y="1556350"/>
                <a:ext cx="375125" cy="39075"/>
              </a:xfrm>
              <a:custGeom>
                <a:rect b="b" l="l" r="r" t="t"/>
                <a:pathLst>
                  <a:path extrusionOk="0" h="1563" w="15005">
                    <a:moveTo>
                      <a:pt x="780" y="0"/>
                    </a:moveTo>
                    <a:cubicBezTo>
                      <a:pt x="351" y="0"/>
                      <a:pt x="1" y="350"/>
                      <a:pt x="1" y="782"/>
                    </a:cubicBezTo>
                    <a:cubicBezTo>
                      <a:pt x="1" y="1212"/>
                      <a:pt x="351" y="1562"/>
                      <a:pt x="780" y="1562"/>
                    </a:cubicBezTo>
                    <a:lnTo>
                      <a:pt x="15005" y="1562"/>
                    </a:lnTo>
                    <a:lnTo>
                      <a:pt x="150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14"/>
              <p:cNvSpPr/>
              <p:nvPr/>
            </p:nvSpPr>
            <p:spPr>
              <a:xfrm>
                <a:off x="1729200" y="139395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6"/>
                      <a:pt x="11752" y="1208"/>
                      <a:pt x="11752" y="783"/>
                    </a:cubicBezTo>
                    <a:cubicBezTo>
                      <a:pt x="11752" y="358"/>
                      <a:pt x="11412" y="11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14"/>
              <p:cNvSpPr/>
              <p:nvPr/>
            </p:nvSpPr>
            <p:spPr>
              <a:xfrm>
                <a:off x="1435350" y="139395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766" y="1"/>
                    </a:moveTo>
                    <a:cubicBezTo>
                      <a:pt x="341" y="11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14"/>
              <p:cNvSpPr/>
              <p:nvPr/>
            </p:nvSpPr>
            <p:spPr>
              <a:xfrm>
                <a:off x="1729200" y="1231650"/>
                <a:ext cx="178825" cy="39025"/>
              </a:xfrm>
              <a:custGeom>
                <a:rect b="b" l="l" r="r" t="t"/>
                <a:pathLst>
                  <a:path extrusionOk="0" h="1561" w="7153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802" y="1560"/>
                      <a:pt x="7152" y="1212"/>
                      <a:pt x="7152" y="780"/>
                    </a:cubicBezTo>
                    <a:cubicBezTo>
                      <a:pt x="7152" y="350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14"/>
              <p:cNvSpPr/>
              <p:nvPr/>
            </p:nvSpPr>
            <p:spPr>
              <a:xfrm>
                <a:off x="1550350" y="123165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0"/>
                    </a:moveTo>
                    <a:cubicBezTo>
                      <a:pt x="350" y="0"/>
                      <a:pt x="0" y="350"/>
                      <a:pt x="0" y="780"/>
                    </a:cubicBezTo>
                    <a:cubicBezTo>
                      <a:pt x="0" y="1212"/>
                      <a:pt x="350" y="1560"/>
                      <a:pt x="783" y="1560"/>
                    </a:cubicBezTo>
                    <a:lnTo>
                      <a:pt x="7155" y="1560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14"/>
              <p:cNvSpPr/>
              <p:nvPr/>
            </p:nvSpPr>
            <p:spPr>
              <a:xfrm>
                <a:off x="1729200" y="171872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0"/>
                      <a:pt x="11767" y="1212"/>
                      <a:pt x="11767" y="780"/>
                    </a:cubicBezTo>
                    <a:cubicBezTo>
                      <a:pt x="11767" y="350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4"/>
              <p:cNvSpPr/>
              <p:nvPr/>
            </p:nvSpPr>
            <p:spPr>
              <a:xfrm>
                <a:off x="1435000" y="171872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0"/>
                      <a:pt x="780" y="1563"/>
                    </a:cubicBezTo>
                    <a:lnTo>
                      <a:pt x="11766" y="1563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4"/>
              <p:cNvSpPr/>
              <p:nvPr/>
            </p:nvSpPr>
            <p:spPr>
              <a:xfrm>
                <a:off x="1729200" y="1881100"/>
                <a:ext cx="178825" cy="39025"/>
              </a:xfrm>
              <a:custGeom>
                <a:rect b="b" l="l" r="r" t="t"/>
                <a:pathLst>
                  <a:path extrusionOk="0" h="1561" w="7153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802" y="1560"/>
                      <a:pt x="7152" y="1210"/>
                      <a:pt x="7152" y="780"/>
                    </a:cubicBezTo>
                    <a:cubicBezTo>
                      <a:pt x="7152" y="348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14"/>
              <p:cNvSpPr/>
              <p:nvPr/>
            </p:nvSpPr>
            <p:spPr>
              <a:xfrm>
                <a:off x="1550350" y="188110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0"/>
                    </a:moveTo>
                    <a:cubicBezTo>
                      <a:pt x="350" y="0"/>
                      <a:pt x="0" y="348"/>
                      <a:pt x="0" y="780"/>
                    </a:cubicBezTo>
                    <a:cubicBezTo>
                      <a:pt x="0" y="1210"/>
                      <a:pt x="350" y="1560"/>
                      <a:pt x="783" y="1560"/>
                    </a:cubicBezTo>
                    <a:lnTo>
                      <a:pt x="7155" y="1560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14"/>
              <p:cNvSpPr/>
              <p:nvPr/>
            </p:nvSpPr>
            <p:spPr>
              <a:xfrm>
                <a:off x="1354450" y="2761075"/>
                <a:ext cx="374775" cy="39100"/>
              </a:xfrm>
              <a:custGeom>
                <a:rect b="b" l="l" r="r" t="t"/>
                <a:pathLst>
                  <a:path extrusionOk="0" h="1564" w="14991">
                    <a:moveTo>
                      <a:pt x="766" y="1"/>
                    </a:moveTo>
                    <a:cubicBezTo>
                      <a:pt x="341" y="8"/>
                      <a:pt x="1" y="356"/>
                      <a:pt x="1" y="781"/>
                    </a:cubicBezTo>
                    <a:cubicBezTo>
                      <a:pt x="1" y="1206"/>
                      <a:pt x="341" y="1554"/>
                      <a:pt x="766" y="1563"/>
                    </a:cubicBezTo>
                    <a:lnTo>
                      <a:pt x="14991" y="1563"/>
                    </a:lnTo>
                    <a:lnTo>
                      <a:pt x="1499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14"/>
              <p:cNvSpPr/>
              <p:nvPr/>
            </p:nvSpPr>
            <p:spPr>
              <a:xfrm>
                <a:off x="1729200" y="2761075"/>
                <a:ext cx="374700" cy="39100"/>
              </a:xfrm>
              <a:custGeom>
                <a:rect b="b" l="l" r="r" t="t"/>
                <a:pathLst>
                  <a:path extrusionOk="0" h="1564" w="14988">
                    <a:moveTo>
                      <a:pt x="1" y="1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47" y="1554"/>
                      <a:pt x="14988" y="1206"/>
                      <a:pt x="14988" y="781"/>
                    </a:cubicBezTo>
                    <a:cubicBezTo>
                      <a:pt x="14988" y="356"/>
                      <a:pt x="14647" y="8"/>
                      <a:pt x="142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14"/>
              <p:cNvSpPr/>
              <p:nvPr/>
            </p:nvSpPr>
            <p:spPr>
              <a:xfrm>
                <a:off x="1435000" y="2923475"/>
                <a:ext cx="294175" cy="39000"/>
              </a:xfrm>
              <a:custGeom>
                <a:rect b="b" l="l" r="r" t="t"/>
                <a:pathLst>
                  <a:path extrusionOk="0" h="1560" w="11767">
                    <a:moveTo>
                      <a:pt x="780" y="0"/>
                    </a:moveTo>
                    <a:cubicBezTo>
                      <a:pt x="348" y="0"/>
                      <a:pt x="0" y="348"/>
                      <a:pt x="0" y="780"/>
                    </a:cubicBezTo>
                    <a:cubicBezTo>
                      <a:pt x="0" y="1212"/>
                      <a:pt x="348" y="1560"/>
                      <a:pt x="780" y="1560"/>
                    </a:cubicBezTo>
                    <a:lnTo>
                      <a:pt x="11766" y="1560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14"/>
              <p:cNvSpPr/>
              <p:nvPr/>
            </p:nvSpPr>
            <p:spPr>
              <a:xfrm>
                <a:off x="1729200" y="2923475"/>
                <a:ext cx="294175" cy="39000"/>
              </a:xfrm>
              <a:custGeom>
                <a:rect b="b" l="l" r="r" t="t"/>
                <a:pathLst>
                  <a:path extrusionOk="0" h="1560" w="11767">
                    <a:moveTo>
                      <a:pt x="1" y="0"/>
                    </a:moveTo>
                    <a:lnTo>
                      <a:pt x="1" y="1560"/>
                    </a:lnTo>
                    <a:lnTo>
                      <a:pt x="10987" y="1560"/>
                    </a:lnTo>
                    <a:cubicBezTo>
                      <a:pt x="11419" y="1560"/>
                      <a:pt x="11767" y="1212"/>
                      <a:pt x="11767" y="780"/>
                    </a:cubicBezTo>
                    <a:cubicBezTo>
                      <a:pt x="11767" y="348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4"/>
              <p:cNvSpPr/>
              <p:nvPr/>
            </p:nvSpPr>
            <p:spPr>
              <a:xfrm>
                <a:off x="1550350" y="3085775"/>
                <a:ext cx="178875" cy="39100"/>
              </a:xfrm>
              <a:custGeom>
                <a:rect b="b" l="l" r="r" t="t"/>
                <a:pathLst>
                  <a:path extrusionOk="0" h="1564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4"/>
              <p:cNvSpPr/>
              <p:nvPr/>
            </p:nvSpPr>
            <p:spPr>
              <a:xfrm>
                <a:off x="1729200" y="3085775"/>
                <a:ext cx="178825" cy="39100"/>
              </a:xfrm>
              <a:custGeom>
                <a:rect b="b" l="l" r="r" t="t"/>
                <a:pathLst>
                  <a:path extrusionOk="0" h="1564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3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4"/>
              <p:cNvSpPr/>
              <p:nvPr/>
            </p:nvSpPr>
            <p:spPr>
              <a:xfrm>
                <a:off x="1435000" y="25987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2"/>
                      <a:pt x="780" y="1562"/>
                    </a:cubicBezTo>
                    <a:lnTo>
                      <a:pt x="11766" y="1562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4"/>
              <p:cNvSpPr/>
              <p:nvPr/>
            </p:nvSpPr>
            <p:spPr>
              <a:xfrm>
                <a:off x="1729200" y="25987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2"/>
                    </a:lnTo>
                    <a:lnTo>
                      <a:pt x="10987" y="1562"/>
                    </a:lnTo>
                    <a:cubicBezTo>
                      <a:pt x="11419" y="1562"/>
                      <a:pt x="11767" y="1212"/>
                      <a:pt x="11767" y="780"/>
                    </a:cubicBezTo>
                    <a:cubicBezTo>
                      <a:pt x="11767" y="350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14"/>
              <p:cNvSpPr/>
              <p:nvPr/>
            </p:nvSpPr>
            <p:spPr>
              <a:xfrm>
                <a:off x="1550700" y="2436400"/>
                <a:ext cx="178525" cy="39000"/>
              </a:xfrm>
              <a:custGeom>
                <a:rect b="b" l="l" r="r" t="t"/>
                <a:pathLst>
                  <a:path extrusionOk="0" h="1560" w="7141">
                    <a:moveTo>
                      <a:pt x="769" y="0"/>
                    </a:moveTo>
                    <a:cubicBezTo>
                      <a:pt x="341" y="7"/>
                      <a:pt x="1" y="355"/>
                      <a:pt x="1" y="780"/>
                    </a:cubicBezTo>
                    <a:cubicBezTo>
                      <a:pt x="1" y="1205"/>
                      <a:pt x="341" y="1553"/>
                      <a:pt x="769" y="1560"/>
                    </a:cubicBezTo>
                    <a:lnTo>
                      <a:pt x="7141" y="1560"/>
                    </a:lnTo>
                    <a:lnTo>
                      <a:pt x="71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14"/>
              <p:cNvSpPr/>
              <p:nvPr/>
            </p:nvSpPr>
            <p:spPr>
              <a:xfrm>
                <a:off x="1729200" y="2436400"/>
                <a:ext cx="178450" cy="39000"/>
              </a:xfrm>
              <a:custGeom>
                <a:rect b="b" l="l" r="r" t="t"/>
                <a:pathLst>
                  <a:path extrusionOk="0" h="1560" w="7138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798" y="1553"/>
                      <a:pt x="7138" y="1205"/>
                      <a:pt x="7138" y="780"/>
                    </a:cubicBezTo>
                    <a:cubicBezTo>
                      <a:pt x="7138" y="355"/>
                      <a:pt x="6798" y="7"/>
                      <a:pt x="6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4"/>
              <p:cNvSpPr/>
              <p:nvPr/>
            </p:nvSpPr>
            <p:spPr>
              <a:xfrm>
                <a:off x="1729200" y="3965825"/>
                <a:ext cx="375075" cy="39075"/>
              </a:xfrm>
              <a:custGeom>
                <a:rect b="b" l="l" r="r" t="t"/>
                <a:pathLst>
                  <a:path extrusionOk="0" h="1563" w="15003">
                    <a:moveTo>
                      <a:pt x="1" y="1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52" y="1563"/>
                      <a:pt x="15002" y="1213"/>
                      <a:pt x="15002" y="783"/>
                    </a:cubicBezTo>
                    <a:cubicBezTo>
                      <a:pt x="15002" y="351"/>
                      <a:pt x="14652" y="1"/>
                      <a:pt x="142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14"/>
              <p:cNvSpPr/>
              <p:nvPr/>
            </p:nvSpPr>
            <p:spPr>
              <a:xfrm>
                <a:off x="1354100" y="3965825"/>
                <a:ext cx="375125" cy="39075"/>
              </a:xfrm>
              <a:custGeom>
                <a:rect b="b" l="l" r="r" t="t"/>
                <a:pathLst>
                  <a:path extrusionOk="0" h="1563" w="15005">
                    <a:moveTo>
                      <a:pt x="780" y="1"/>
                    </a:moveTo>
                    <a:cubicBezTo>
                      <a:pt x="351" y="1"/>
                      <a:pt x="1" y="351"/>
                      <a:pt x="1" y="783"/>
                    </a:cubicBezTo>
                    <a:cubicBezTo>
                      <a:pt x="1" y="1213"/>
                      <a:pt x="351" y="1563"/>
                      <a:pt x="780" y="1563"/>
                    </a:cubicBezTo>
                    <a:lnTo>
                      <a:pt x="15005" y="1563"/>
                    </a:lnTo>
                    <a:lnTo>
                      <a:pt x="150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4"/>
              <p:cNvSpPr/>
              <p:nvPr/>
            </p:nvSpPr>
            <p:spPr>
              <a:xfrm>
                <a:off x="1729200" y="3803450"/>
                <a:ext cx="293825" cy="39075"/>
              </a:xfrm>
              <a:custGeom>
                <a:rect b="b" l="l" r="r" t="t"/>
                <a:pathLst>
                  <a:path extrusionOk="0" h="1563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6"/>
                      <a:pt x="11752" y="1208"/>
                      <a:pt x="11752" y="783"/>
                    </a:cubicBezTo>
                    <a:cubicBezTo>
                      <a:pt x="11752" y="358"/>
                      <a:pt x="11412" y="10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4"/>
              <p:cNvSpPr/>
              <p:nvPr/>
            </p:nvSpPr>
            <p:spPr>
              <a:xfrm>
                <a:off x="1435350" y="3803450"/>
                <a:ext cx="293825" cy="39075"/>
              </a:xfrm>
              <a:custGeom>
                <a:rect b="b" l="l" r="r" t="t"/>
                <a:pathLst>
                  <a:path extrusionOk="0" h="1563" w="11753">
                    <a:moveTo>
                      <a:pt x="766" y="1"/>
                    </a:moveTo>
                    <a:cubicBezTo>
                      <a:pt x="341" y="10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4"/>
              <p:cNvSpPr/>
              <p:nvPr/>
            </p:nvSpPr>
            <p:spPr>
              <a:xfrm>
                <a:off x="1729200" y="3641125"/>
                <a:ext cx="178825" cy="39100"/>
              </a:xfrm>
              <a:custGeom>
                <a:rect b="b" l="l" r="r" t="t"/>
                <a:pathLst>
                  <a:path extrusionOk="0" h="1564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1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14"/>
              <p:cNvSpPr/>
              <p:nvPr/>
            </p:nvSpPr>
            <p:spPr>
              <a:xfrm>
                <a:off x="1550350" y="3641125"/>
                <a:ext cx="178875" cy="39100"/>
              </a:xfrm>
              <a:custGeom>
                <a:rect b="b" l="l" r="r" t="t"/>
                <a:pathLst>
                  <a:path extrusionOk="0" h="1564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1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14"/>
              <p:cNvSpPr/>
              <p:nvPr/>
            </p:nvSpPr>
            <p:spPr>
              <a:xfrm>
                <a:off x="1729200" y="412820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3"/>
                      <a:pt x="11752" y="1206"/>
                      <a:pt x="11752" y="781"/>
                    </a:cubicBezTo>
                    <a:cubicBezTo>
                      <a:pt x="11752" y="356"/>
                      <a:pt x="11412" y="8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14"/>
              <p:cNvSpPr/>
              <p:nvPr/>
            </p:nvSpPr>
            <p:spPr>
              <a:xfrm>
                <a:off x="1435350" y="412820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766" y="1"/>
                    </a:moveTo>
                    <a:cubicBezTo>
                      <a:pt x="341" y="11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14"/>
              <p:cNvSpPr/>
              <p:nvPr/>
            </p:nvSpPr>
            <p:spPr>
              <a:xfrm>
                <a:off x="1729200" y="4290525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3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4"/>
              <p:cNvSpPr/>
              <p:nvPr/>
            </p:nvSpPr>
            <p:spPr>
              <a:xfrm>
                <a:off x="1550350" y="4290525"/>
                <a:ext cx="178875" cy="39075"/>
              </a:xfrm>
              <a:custGeom>
                <a:rect b="b" l="l" r="r" t="t"/>
                <a:pathLst>
                  <a:path extrusionOk="0" h="1563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14"/>
              <p:cNvSpPr/>
              <p:nvPr/>
            </p:nvSpPr>
            <p:spPr>
              <a:xfrm>
                <a:off x="1354100" y="5170575"/>
                <a:ext cx="375125" cy="39025"/>
              </a:xfrm>
              <a:custGeom>
                <a:rect b="b" l="l" r="r" t="t"/>
                <a:pathLst>
                  <a:path extrusionOk="0" h="1561" w="15005">
                    <a:moveTo>
                      <a:pt x="780" y="1"/>
                    </a:moveTo>
                    <a:cubicBezTo>
                      <a:pt x="351" y="1"/>
                      <a:pt x="1" y="348"/>
                      <a:pt x="1" y="780"/>
                    </a:cubicBezTo>
                    <a:cubicBezTo>
                      <a:pt x="1" y="1213"/>
                      <a:pt x="351" y="1560"/>
                      <a:pt x="780" y="1560"/>
                    </a:cubicBezTo>
                    <a:lnTo>
                      <a:pt x="15005" y="1560"/>
                    </a:lnTo>
                    <a:lnTo>
                      <a:pt x="150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14"/>
              <p:cNvSpPr/>
              <p:nvPr/>
            </p:nvSpPr>
            <p:spPr>
              <a:xfrm>
                <a:off x="1729200" y="5170575"/>
                <a:ext cx="375075" cy="39025"/>
              </a:xfrm>
              <a:custGeom>
                <a:rect b="b" l="l" r="r" t="t"/>
                <a:pathLst>
                  <a:path extrusionOk="0" h="1561" w="15003">
                    <a:moveTo>
                      <a:pt x="1" y="1"/>
                    </a:moveTo>
                    <a:lnTo>
                      <a:pt x="1" y="1560"/>
                    </a:lnTo>
                    <a:lnTo>
                      <a:pt x="14222" y="1560"/>
                    </a:lnTo>
                    <a:cubicBezTo>
                      <a:pt x="14652" y="1560"/>
                      <a:pt x="15002" y="1213"/>
                      <a:pt x="15002" y="780"/>
                    </a:cubicBezTo>
                    <a:cubicBezTo>
                      <a:pt x="15002" y="348"/>
                      <a:pt x="14652" y="1"/>
                      <a:pt x="142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1435000" y="5008200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3"/>
                      <a:pt x="780" y="1563"/>
                    </a:cubicBezTo>
                    <a:lnTo>
                      <a:pt x="11766" y="1563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14"/>
              <p:cNvSpPr/>
              <p:nvPr/>
            </p:nvSpPr>
            <p:spPr>
              <a:xfrm>
                <a:off x="1729200" y="5008200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3"/>
                      <a:pt x="11767" y="1212"/>
                      <a:pt x="11767" y="783"/>
                    </a:cubicBezTo>
                    <a:cubicBezTo>
                      <a:pt x="11767" y="350"/>
                      <a:pt x="11419" y="3"/>
                      <a:pt x="10987" y="3"/>
                    </a:cubicBezTo>
                    <a:lnTo>
                      <a:pt x="109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1550350" y="4845825"/>
                <a:ext cx="178875" cy="39075"/>
              </a:xfrm>
              <a:custGeom>
                <a:rect b="b" l="l" r="r" t="t"/>
                <a:pathLst>
                  <a:path extrusionOk="0" h="1563" w="7155">
                    <a:moveTo>
                      <a:pt x="783" y="0"/>
                    </a:moveTo>
                    <a:cubicBezTo>
                      <a:pt x="350" y="0"/>
                      <a:pt x="0" y="350"/>
                      <a:pt x="0" y="780"/>
                    </a:cubicBezTo>
                    <a:cubicBezTo>
                      <a:pt x="0" y="1212"/>
                      <a:pt x="350" y="1560"/>
                      <a:pt x="783" y="1562"/>
                    </a:cubicBezTo>
                    <a:lnTo>
                      <a:pt x="7155" y="1562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4"/>
              <p:cNvSpPr/>
              <p:nvPr/>
            </p:nvSpPr>
            <p:spPr>
              <a:xfrm>
                <a:off x="1729200" y="4845825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0"/>
                    </a:moveTo>
                    <a:lnTo>
                      <a:pt x="1" y="1562"/>
                    </a:lnTo>
                    <a:lnTo>
                      <a:pt x="6373" y="1562"/>
                    </a:lnTo>
                    <a:cubicBezTo>
                      <a:pt x="6802" y="1562"/>
                      <a:pt x="7152" y="1212"/>
                      <a:pt x="7152" y="780"/>
                    </a:cubicBezTo>
                    <a:cubicBezTo>
                      <a:pt x="7152" y="350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>
                <a:off x="1354450" y="351600"/>
                <a:ext cx="374775" cy="39075"/>
              </a:xfrm>
              <a:custGeom>
                <a:rect b="b" l="l" r="r" t="t"/>
                <a:pathLst>
                  <a:path extrusionOk="0" h="1563" w="14991">
                    <a:moveTo>
                      <a:pt x="766" y="0"/>
                    </a:moveTo>
                    <a:cubicBezTo>
                      <a:pt x="341" y="10"/>
                      <a:pt x="1" y="355"/>
                      <a:pt x="1" y="783"/>
                    </a:cubicBezTo>
                    <a:cubicBezTo>
                      <a:pt x="1" y="1208"/>
                      <a:pt x="341" y="1555"/>
                      <a:pt x="766" y="1563"/>
                    </a:cubicBezTo>
                    <a:lnTo>
                      <a:pt x="14991" y="1563"/>
                    </a:lnTo>
                    <a:lnTo>
                      <a:pt x="149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14"/>
              <p:cNvSpPr/>
              <p:nvPr/>
            </p:nvSpPr>
            <p:spPr>
              <a:xfrm>
                <a:off x="1729200" y="351600"/>
                <a:ext cx="374700" cy="39075"/>
              </a:xfrm>
              <a:custGeom>
                <a:rect b="b" l="l" r="r" t="t"/>
                <a:pathLst>
                  <a:path extrusionOk="0" h="1563" w="14988">
                    <a:moveTo>
                      <a:pt x="1" y="0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47" y="1555"/>
                      <a:pt x="14988" y="1208"/>
                      <a:pt x="14988" y="783"/>
                    </a:cubicBezTo>
                    <a:cubicBezTo>
                      <a:pt x="14988" y="355"/>
                      <a:pt x="14647" y="10"/>
                      <a:pt x="142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>
                <a:off x="1435000" y="5139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1"/>
                    </a:moveTo>
                    <a:cubicBezTo>
                      <a:pt x="348" y="1"/>
                      <a:pt x="0" y="351"/>
                      <a:pt x="0" y="780"/>
                    </a:cubicBezTo>
                    <a:cubicBezTo>
                      <a:pt x="0" y="1213"/>
                      <a:pt x="348" y="1563"/>
                      <a:pt x="780" y="1563"/>
                    </a:cubicBezTo>
                    <a:lnTo>
                      <a:pt x="11766" y="1563"/>
                    </a:lnTo>
                    <a:lnTo>
                      <a:pt x="1176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4"/>
              <p:cNvSpPr/>
              <p:nvPr/>
            </p:nvSpPr>
            <p:spPr>
              <a:xfrm>
                <a:off x="1729200" y="5139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3"/>
                      <a:pt x="11767" y="1213"/>
                      <a:pt x="11767" y="780"/>
                    </a:cubicBezTo>
                    <a:cubicBezTo>
                      <a:pt x="11767" y="351"/>
                      <a:pt x="11419" y="1"/>
                      <a:pt x="109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14"/>
              <p:cNvSpPr/>
              <p:nvPr/>
            </p:nvSpPr>
            <p:spPr>
              <a:xfrm>
                <a:off x="1550350" y="67635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1"/>
                    </a:moveTo>
                    <a:cubicBezTo>
                      <a:pt x="350" y="1"/>
                      <a:pt x="0" y="348"/>
                      <a:pt x="0" y="781"/>
                    </a:cubicBezTo>
                    <a:cubicBezTo>
                      <a:pt x="0" y="1213"/>
                      <a:pt x="350" y="1561"/>
                      <a:pt x="783" y="1561"/>
                    </a:cubicBezTo>
                    <a:lnTo>
                      <a:pt x="7155" y="1561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14"/>
              <p:cNvSpPr/>
              <p:nvPr/>
            </p:nvSpPr>
            <p:spPr>
              <a:xfrm>
                <a:off x="1729200" y="676350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1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63" name="Google Shape;563;p14"/>
          <p:cNvSpPr/>
          <p:nvPr/>
        </p:nvSpPr>
        <p:spPr>
          <a:xfrm>
            <a:off x="580025" y="58725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4"/>
          <p:cNvSpPr/>
          <p:nvPr/>
        </p:nvSpPr>
        <p:spPr>
          <a:xfrm>
            <a:off x="8430775" y="298972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5" name="Google Shape;565;p14"/>
          <p:cNvGrpSpPr/>
          <p:nvPr/>
        </p:nvGrpSpPr>
        <p:grpSpPr>
          <a:xfrm rot="883281">
            <a:off x="8083304" y="227681"/>
            <a:ext cx="828145" cy="623650"/>
            <a:chOff x="1298247" y="4927075"/>
            <a:chExt cx="1659675" cy="1249850"/>
          </a:xfrm>
        </p:grpSpPr>
        <p:sp>
          <p:nvSpPr>
            <p:cNvPr id="566" name="Google Shape;566;p14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4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4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4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4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4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4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14"/>
          <p:cNvGrpSpPr/>
          <p:nvPr/>
        </p:nvGrpSpPr>
        <p:grpSpPr>
          <a:xfrm rot="3213929">
            <a:off x="364799" y="2555530"/>
            <a:ext cx="467847" cy="475818"/>
            <a:chOff x="3690975" y="407750"/>
            <a:chExt cx="976647" cy="993288"/>
          </a:xfrm>
        </p:grpSpPr>
        <p:sp>
          <p:nvSpPr>
            <p:cNvPr id="574" name="Google Shape;574;p14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4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4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4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4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4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2" name="Google Shape;582;p15"/>
          <p:cNvSpPr txBox="1"/>
          <p:nvPr>
            <p:ph idx="1" type="subTitle"/>
          </p:nvPr>
        </p:nvSpPr>
        <p:spPr>
          <a:xfrm>
            <a:off x="839425" y="3245425"/>
            <a:ext cx="20646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3" name="Google Shape;583;p15"/>
          <p:cNvSpPr txBox="1"/>
          <p:nvPr>
            <p:ph idx="2" type="subTitle"/>
          </p:nvPr>
        </p:nvSpPr>
        <p:spPr>
          <a:xfrm>
            <a:off x="3539700" y="3245425"/>
            <a:ext cx="20646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4" name="Google Shape;584;p15"/>
          <p:cNvSpPr txBox="1"/>
          <p:nvPr>
            <p:ph idx="3" type="subTitle"/>
          </p:nvPr>
        </p:nvSpPr>
        <p:spPr>
          <a:xfrm>
            <a:off x="6239975" y="3245425"/>
            <a:ext cx="20646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5" name="Google Shape;585;p15"/>
          <p:cNvSpPr txBox="1"/>
          <p:nvPr>
            <p:ph idx="4" type="subTitle"/>
          </p:nvPr>
        </p:nvSpPr>
        <p:spPr>
          <a:xfrm>
            <a:off x="839425" y="2445350"/>
            <a:ext cx="2064600" cy="80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6" name="Google Shape;586;p15"/>
          <p:cNvSpPr txBox="1"/>
          <p:nvPr>
            <p:ph idx="5" type="subTitle"/>
          </p:nvPr>
        </p:nvSpPr>
        <p:spPr>
          <a:xfrm>
            <a:off x="3539700" y="2445350"/>
            <a:ext cx="2064600" cy="80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7" name="Google Shape;587;p15"/>
          <p:cNvSpPr txBox="1"/>
          <p:nvPr>
            <p:ph idx="6" type="subTitle"/>
          </p:nvPr>
        </p:nvSpPr>
        <p:spPr>
          <a:xfrm>
            <a:off x="6239975" y="2445350"/>
            <a:ext cx="2064600" cy="80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8" name="Google Shape;588;p15"/>
          <p:cNvSpPr/>
          <p:nvPr/>
        </p:nvSpPr>
        <p:spPr>
          <a:xfrm flipH="1" rot="10800000">
            <a:off x="280775" y="27181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5"/>
          <p:cNvSpPr/>
          <p:nvPr/>
        </p:nvSpPr>
        <p:spPr>
          <a:xfrm flipH="1" rot="10800000">
            <a:off x="8553863" y="2505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5"/>
          <p:cNvSpPr/>
          <p:nvPr/>
        </p:nvSpPr>
        <p:spPr>
          <a:xfrm flipH="1" rot="10800000">
            <a:off x="7543363" y="3118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5"/>
          <p:cNvSpPr/>
          <p:nvPr/>
        </p:nvSpPr>
        <p:spPr>
          <a:xfrm flipH="1" rot="10800000">
            <a:off x="932038" y="3512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5"/>
          <p:cNvSpPr/>
          <p:nvPr/>
        </p:nvSpPr>
        <p:spPr>
          <a:xfrm flipH="1" rot="10800000">
            <a:off x="7410175" y="48150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5"/>
          <p:cNvSpPr/>
          <p:nvPr/>
        </p:nvSpPr>
        <p:spPr>
          <a:xfrm flipH="1" rot="10800000">
            <a:off x="1476188" y="48883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5"/>
          <p:cNvSpPr/>
          <p:nvPr/>
        </p:nvSpPr>
        <p:spPr>
          <a:xfrm flipH="1" rot="10800000">
            <a:off x="4374350" y="46085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IG_NUMBER_1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6"/>
          <p:cNvSpPr txBox="1"/>
          <p:nvPr>
            <p:ph hasCustomPrompt="1" type="title"/>
          </p:nvPr>
        </p:nvSpPr>
        <p:spPr>
          <a:xfrm>
            <a:off x="1284000" y="730950"/>
            <a:ext cx="6576000" cy="7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4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7" name="Google Shape;597;p16"/>
          <p:cNvSpPr txBox="1"/>
          <p:nvPr>
            <p:ph idx="1" type="subTitle"/>
          </p:nvPr>
        </p:nvSpPr>
        <p:spPr>
          <a:xfrm>
            <a:off x="1284000" y="151185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8" name="Google Shape;598;p16"/>
          <p:cNvSpPr txBox="1"/>
          <p:nvPr>
            <p:ph hasCustomPrompt="1" idx="2" type="title"/>
          </p:nvPr>
        </p:nvSpPr>
        <p:spPr>
          <a:xfrm>
            <a:off x="1284000" y="2008950"/>
            <a:ext cx="6576000" cy="7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4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9" name="Google Shape;599;p16"/>
          <p:cNvSpPr txBox="1"/>
          <p:nvPr>
            <p:ph idx="3" type="subTitle"/>
          </p:nvPr>
        </p:nvSpPr>
        <p:spPr>
          <a:xfrm>
            <a:off x="1284000" y="278985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0" name="Google Shape;600;p16"/>
          <p:cNvSpPr txBox="1"/>
          <p:nvPr>
            <p:ph hasCustomPrompt="1" idx="4" type="title"/>
          </p:nvPr>
        </p:nvSpPr>
        <p:spPr>
          <a:xfrm>
            <a:off x="1284000" y="3286950"/>
            <a:ext cx="6576000" cy="7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4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1" name="Google Shape;601;p16"/>
          <p:cNvSpPr txBox="1"/>
          <p:nvPr>
            <p:ph idx="5" type="subTitle"/>
          </p:nvPr>
        </p:nvSpPr>
        <p:spPr>
          <a:xfrm>
            <a:off x="1284000" y="406785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4" name="Google Shape;604;p17"/>
          <p:cNvSpPr txBox="1"/>
          <p:nvPr>
            <p:ph idx="1" type="subTitle"/>
          </p:nvPr>
        </p:nvSpPr>
        <p:spPr>
          <a:xfrm>
            <a:off x="1139550" y="1610945"/>
            <a:ext cx="68649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5" name="Google Shape;605;p17"/>
          <p:cNvSpPr txBox="1"/>
          <p:nvPr>
            <p:ph idx="2" type="subTitle"/>
          </p:nvPr>
        </p:nvSpPr>
        <p:spPr>
          <a:xfrm>
            <a:off x="1139550" y="2731127"/>
            <a:ext cx="68649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6" name="Google Shape;606;p17"/>
          <p:cNvSpPr txBox="1"/>
          <p:nvPr>
            <p:ph idx="3" type="subTitle"/>
          </p:nvPr>
        </p:nvSpPr>
        <p:spPr>
          <a:xfrm>
            <a:off x="1139550" y="3851626"/>
            <a:ext cx="68649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7" name="Google Shape;607;p17"/>
          <p:cNvSpPr txBox="1"/>
          <p:nvPr>
            <p:ph idx="4" type="subTitle"/>
          </p:nvPr>
        </p:nvSpPr>
        <p:spPr>
          <a:xfrm>
            <a:off x="1139550" y="1241275"/>
            <a:ext cx="68649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8" name="Google Shape;608;p17"/>
          <p:cNvSpPr txBox="1"/>
          <p:nvPr>
            <p:ph idx="5" type="subTitle"/>
          </p:nvPr>
        </p:nvSpPr>
        <p:spPr>
          <a:xfrm>
            <a:off x="1139550" y="2350127"/>
            <a:ext cx="6864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9" name="Google Shape;609;p17"/>
          <p:cNvSpPr txBox="1"/>
          <p:nvPr>
            <p:ph idx="6" type="subTitle"/>
          </p:nvPr>
        </p:nvSpPr>
        <p:spPr>
          <a:xfrm>
            <a:off x="1139550" y="3470626"/>
            <a:ext cx="6864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10" name="Google Shape;610;p17"/>
          <p:cNvSpPr/>
          <p:nvPr/>
        </p:nvSpPr>
        <p:spPr>
          <a:xfrm flipH="1">
            <a:off x="8746413" y="21413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7"/>
          <p:cNvSpPr/>
          <p:nvPr/>
        </p:nvSpPr>
        <p:spPr>
          <a:xfrm flipH="1">
            <a:off x="1133363" y="3118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7"/>
          <p:cNvSpPr/>
          <p:nvPr/>
        </p:nvSpPr>
        <p:spPr>
          <a:xfrm flipH="1">
            <a:off x="437175" y="28201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7"/>
          <p:cNvSpPr/>
          <p:nvPr/>
        </p:nvSpPr>
        <p:spPr>
          <a:xfrm flipH="1">
            <a:off x="4169525" y="4706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7"/>
          <p:cNvSpPr/>
          <p:nvPr/>
        </p:nvSpPr>
        <p:spPr>
          <a:xfrm flipH="1">
            <a:off x="7628400" y="4706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5" name="Google Shape;615;p17"/>
          <p:cNvGrpSpPr/>
          <p:nvPr/>
        </p:nvGrpSpPr>
        <p:grpSpPr>
          <a:xfrm rot="3214149">
            <a:off x="8494342" y="3851540"/>
            <a:ext cx="341583" cy="347323"/>
            <a:chOff x="3690975" y="407750"/>
            <a:chExt cx="976647" cy="993288"/>
          </a:xfrm>
        </p:grpSpPr>
        <p:sp>
          <p:nvSpPr>
            <p:cNvPr id="616" name="Google Shape;616;p17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7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7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2" name="Google Shape;622;p17"/>
          <p:cNvSpPr/>
          <p:nvPr/>
        </p:nvSpPr>
        <p:spPr>
          <a:xfrm flipH="1">
            <a:off x="499100" y="46085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3" name="Google Shape;623;p17"/>
          <p:cNvGrpSpPr/>
          <p:nvPr/>
        </p:nvGrpSpPr>
        <p:grpSpPr>
          <a:xfrm rot="3214149">
            <a:off x="337079" y="1140677"/>
            <a:ext cx="341583" cy="347323"/>
            <a:chOff x="3690975" y="407750"/>
            <a:chExt cx="976647" cy="993288"/>
          </a:xfrm>
        </p:grpSpPr>
        <p:sp>
          <p:nvSpPr>
            <p:cNvPr id="624" name="Google Shape;624;p17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7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7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7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7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7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2" name="Google Shape;632;p18"/>
          <p:cNvSpPr txBox="1"/>
          <p:nvPr>
            <p:ph idx="1" type="subTitle"/>
          </p:nvPr>
        </p:nvSpPr>
        <p:spPr>
          <a:xfrm>
            <a:off x="1657659" y="1565625"/>
            <a:ext cx="670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3" name="Google Shape;633;p18"/>
          <p:cNvSpPr txBox="1"/>
          <p:nvPr>
            <p:ph idx="2" type="subTitle"/>
          </p:nvPr>
        </p:nvSpPr>
        <p:spPr>
          <a:xfrm>
            <a:off x="1657659" y="2731125"/>
            <a:ext cx="67092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4" name="Google Shape;634;p18"/>
          <p:cNvSpPr txBox="1"/>
          <p:nvPr>
            <p:ph idx="3" type="subTitle"/>
          </p:nvPr>
        </p:nvSpPr>
        <p:spPr>
          <a:xfrm>
            <a:off x="1657659" y="3851625"/>
            <a:ext cx="67092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18"/>
          <p:cNvSpPr txBox="1"/>
          <p:nvPr>
            <p:ph idx="4" type="subTitle"/>
          </p:nvPr>
        </p:nvSpPr>
        <p:spPr>
          <a:xfrm>
            <a:off x="1657650" y="1253625"/>
            <a:ext cx="67092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6" name="Google Shape;636;p18"/>
          <p:cNvSpPr txBox="1"/>
          <p:nvPr>
            <p:ph idx="5" type="subTitle"/>
          </p:nvPr>
        </p:nvSpPr>
        <p:spPr>
          <a:xfrm>
            <a:off x="1657650" y="2374125"/>
            <a:ext cx="67092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7" name="Google Shape;637;p18"/>
          <p:cNvSpPr txBox="1"/>
          <p:nvPr>
            <p:ph idx="6" type="subTitle"/>
          </p:nvPr>
        </p:nvSpPr>
        <p:spPr>
          <a:xfrm>
            <a:off x="1657650" y="3494725"/>
            <a:ext cx="67092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8" name="Google Shape;638;p18"/>
          <p:cNvSpPr/>
          <p:nvPr/>
        </p:nvSpPr>
        <p:spPr>
          <a:xfrm flipH="1">
            <a:off x="8661788" y="3641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8"/>
          <p:cNvSpPr/>
          <p:nvPr/>
        </p:nvSpPr>
        <p:spPr>
          <a:xfrm flipH="1">
            <a:off x="2077738" y="3118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8"/>
          <p:cNvSpPr/>
          <p:nvPr/>
        </p:nvSpPr>
        <p:spPr>
          <a:xfrm flipH="1">
            <a:off x="242675" y="26684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8"/>
          <p:cNvSpPr/>
          <p:nvPr/>
        </p:nvSpPr>
        <p:spPr>
          <a:xfrm flipH="1">
            <a:off x="1314225" y="47229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8"/>
          <p:cNvSpPr/>
          <p:nvPr/>
        </p:nvSpPr>
        <p:spPr>
          <a:xfrm flipH="1">
            <a:off x="5781675" y="47229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3" name="Google Shape;643;p18"/>
          <p:cNvGrpSpPr/>
          <p:nvPr/>
        </p:nvGrpSpPr>
        <p:grpSpPr>
          <a:xfrm rot="3214149">
            <a:off x="313004" y="511940"/>
            <a:ext cx="341583" cy="347323"/>
            <a:chOff x="3690975" y="407750"/>
            <a:chExt cx="976647" cy="993288"/>
          </a:xfrm>
        </p:grpSpPr>
        <p:sp>
          <p:nvSpPr>
            <p:cNvPr id="644" name="Google Shape;644;p18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8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8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8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8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2" name="Google Shape;652;p19"/>
          <p:cNvSpPr txBox="1"/>
          <p:nvPr>
            <p:ph idx="1" type="subTitle"/>
          </p:nvPr>
        </p:nvSpPr>
        <p:spPr>
          <a:xfrm>
            <a:off x="1172275" y="1749375"/>
            <a:ext cx="26901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3" name="Google Shape;653;p19"/>
          <p:cNvSpPr txBox="1"/>
          <p:nvPr>
            <p:ph idx="2" type="subTitle"/>
          </p:nvPr>
        </p:nvSpPr>
        <p:spPr>
          <a:xfrm>
            <a:off x="5292425" y="1749375"/>
            <a:ext cx="26793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4" name="Google Shape;654;p19"/>
          <p:cNvSpPr txBox="1"/>
          <p:nvPr>
            <p:ph idx="3" type="subTitle"/>
          </p:nvPr>
        </p:nvSpPr>
        <p:spPr>
          <a:xfrm>
            <a:off x="1172275" y="3333375"/>
            <a:ext cx="26901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5" name="Google Shape;655;p19"/>
          <p:cNvSpPr txBox="1"/>
          <p:nvPr>
            <p:ph idx="4" type="subTitle"/>
          </p:nvPr>
        </p:nvSpPr>
        <p:spPr>
          <a:xfrm>
            <a:off x="5292425" y="3333375"/>
            <a:ext cx="26793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6" name="Google Shape;656;p19"/>
          <p:cNvSpPr txBox="1"/>
          <p:nvPr>
            <p:ph idx="5" type="subTitle"/>
          </p:nvPr>
        </p:nvSpPr>
        <p:spPr>
          <a:xfrm>
            <a:off x="1172275" y="1444575"/>
            <a:ext cx="2690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7" name="Google Shape;657;p19"/>
          <p:cNvSpPr txBox="1"/>
          <p:nvPr>
            <p:ph idx="6" type="subTitle"/>
          </p:nvPr>
        </p:nvSpPr>
        <p:spPr>
          <a:xfrm>
            <a:off x="5292425" y="1444575"/>
            <a:ext cx="26793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8" name="Google Shape;658;p19"/>
          <p:cNvSpPr txBox="1"/>
          <p:nvPr>
            <p:ph idx="7" type="subTitle"/>
          </p:nvPr>
        </p:nvSpPr>
        <p:spPr>
          <a:xfrm>
            <a:off x="1172275" y="3028575"/>
            <a:ext cx="2690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9" name="Google Shape;659;p19"/>
          <p:cNvSpPr txBox="1"/>
          <p:nvPr>
            <p:ph idx="8" type="subTitle"/>
          </p:nvPr>
        </p:nvSpPr>
        <p:spPr>
          <a:xfrm>
            <a:off x="5292425" y="3028575"/>
            <a:ext cx="26793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660" name="Google Shape;660;p19"/>
          <p:cNvGrpSpPr/>
          <p:nvPr/>
        </p:nvGrpSpPr>
        <p:grpSpPr>
          <a:xfrm rot="2990921">
            <a:off x="228563" y="-601421"/>
            <a:ext cx="346352" cy="1931306"/>
            <a:chOff x="1273225" y="238125"/>
            <a:chExt cx="911925" cy="5085025"/>
          </a:xfrm>
        </p:grpSpPr>
        <p:sp>
          <p:nvSpPr>
            <p:cNvPr id="661" name="Google Shape;661;p1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1" name="Google Shape;711;p19"/>
          <p:cNvGrpSpPr/>
          <p:nvPr/>
        </p:nvGrpSpPr>
        <p:grpSpPr>
          <a:xfrm flipH="1" rot="-2990921">
            <a:off x="8527263" y="-520121"/>
            <a:ext cx="346352" cy="1931306"/>
            <a:chOff x="1273225" y="238125"/>
            <a:chExt cx="911925" cy="5085025"/>
          </a:xfrm>
        </p:grpSpPr>
        <p:sp>
          <p:nvSpPr>
            <p:cNvPr id="712" name="Google Shape;712;p1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2" name="Google Shape;762;p19"/>
          <p:cNvSpPr/>
          <p:nvPr/>
        </p:nvSpPr>
        <p:spPr>
          <a:xfrm flipH="1">
            <a:off x="8661788" y="3641875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9"/>
          <p:cNvSpPr/>
          <p:nvPr/>
        </p:nvSpPr>
        <p:spPr>
          <a:xfrm flipH="1">
            <a:off x="2071313" y="4274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9"/>
          <p:cNvSpPr/>
          <p:nvPr/>
        </p:nvSpPr>
        <p:spPr>
          <a:xfrm flipH="1">
            <a:off x="242675" y="26684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9"/>
          <p:cNvSpPr/>
          <p:nvPr/>
        </p:nvSpPr>
        <p:spPr>
          <a:xfrm flipH="1">
            <a:off x="1314225" y="47229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9"/>
          <p:cNvSpPr/>
          <p:nvPr/>
        </p:nvSpPr>
        <p:spPr>
          <a:xfrm flipH="1">
            <a:off x="5781675" y="47229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_1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9" name="Google Shape;769;p20"/>
          <p:cNvSpPr txBox="1"/>
          <p:nvPr>
            <p:ph idx="1" type="subTitle"/>
          </p:nvPr>
        </p:nvSpPr>
        <p:spPr>
          <a:xfrm>
            <a:off x="695675" y="21113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0" name="Google Shape;770;p20"/>
          <p:cNvSpPr txBox="1"/>
          <p:nvPr>
            <p:ph idx="2" type="subTitle"/>
          </p:nvPr>
        </p:nvSpPr>
        <p:spPr>
          <a:xfrm>
            <a:off x="3367350" y="21113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1" name="Google Shape;771;p20"/>
          <p:cNvSpPr txBox="1"/>
          <p:nvPr>
            <p:ph idx="3" type="subTitle"/>
          </p:nvPr>
        </p:nvSpPr>
        <p:spPr>
          <a:xfrm>
            <a:off x="695675" y="38908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2" name="Google Shape;772;p20"/>
          <p:cNvSpPr txBox="1"/>
          <p:nvPr>
            <p:ph idx="4" type="subTitle"/>
          </p:nvPr>
        </p:nvSpPr>
        <p:spPr>
          <a:xfrm>
            <a:off x="3367350" y="38908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3" name="Google Shape;773;p20"/>
          <p:cNvSpPr txBox="1"/>
          <p:nvPr>
            <p:ph idx="5" type="subTitle"/>
          </p:nvPr>
        </p:nvSpPr>
        <p:spPr>
          <a:xfrm>
            <a:off x="695675" y="17496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4" name="Google Shape;774;p20"/>
          <p:cNvSpPr txBox="1"/>
          <p:nvPr>
            <p:ph idx="6" type="subTitle"/>
          </p:nvPr>
        </p:nvSpPr>
        <p:spPr>
          <a:xfrm>
            <a:off x="3367350" y="17496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5" name="Google Shape;775;p20"/>
          <p:cNvSpPr txBox="1"/>
          <p:nvPr>
            <p:ph idx="7" type="subTitle"/>
          </p:nvPr>
        </p:nvSpPr>
        <p:spPr>
          <a:xfrm>
            <a:off x="695675" y="35578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6" name="Google Shape;776;p20"/>
          <p:cNvSpPr txBox="1"/>
          <p:nvPr>
            <p:ph idx="8" type="subTitle"/>
          </p:nvPr>
        </p:nvSpPr>
        <p:spPr>
          <a:xfrm>
            <a:off x="3367350" y="3557825"/>
            <a:ext cx="25698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7" name="Google Shape;777;p20"/>
          <p:cNvSpPr txBox="1"/>
          <p:nvPr>
            <p:ph idx="9" type="subTitle"/>
          </p:nvPr>
        </p:nvSpPr>
        <p:spPr>
          <a:xfrm>
            <a:off x="6039024" y="21113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8" name="Google Shape;778;p20"/>
          <p:cNvSpPr txBox="1"/>
          <p:nvPr>
            <p:ph idx="13" type="subTitle"/>
          </p:nvPr>
        </p:nvSpPr>
        <p:spPr>
          <a:xfrm>
            <a:off x="6039024" y="38908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9" name="Google Shape;779;p20"/>
          <p:cNvSpPr txBox="1"/>
          <p:nvPr>
            <p:ph idx="14" type="subTitle"/>
          </p:nvPr>
        </p:nvSpPr>
        <p:spPr>
          <a:xfrm>
            <a:off x="6039025" y="17496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0" name="Google Shape;780;p20"/>
          <p:cNvSpPr txBox="1"/>
          <p:nvPr>
            <p:ph idx="15" type="subTitle"/>
          </p:nvPr>
        </p:nvSpPr>
        <p:spPr>
          <a:xfrm>
            <a:off x="6039024" y="35578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ONE_COLUMN_TEXT_1"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1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3" name="Google Shape;783;p21"/>
          <p:cNvSpPr txBox="1"/>
          <p:nvPr>
            <p:ph idx="1" type="subTitle"/>
          </p:nvPr>
        </p:nvSpPr>
        <p:spPr>
          <a:xfrm>
            <a:off x="766950" y="1347250"/>
            <a:ext cx="6471000" cy="29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784" name="Google Shape;784;p21"/>
          <p:cNvSpPr/>
          <p:nvPr/>
        </p:nvSpPr>
        <p:spPr>
          <a:xfrm rot="10800000">
            <a:off x="8553863" y="271816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1"/>
          <p:cNvSpPr/>
          <p:nvPr/>
        </p:nvSpPr>
        <p:spPr>
          <a:xfrm rot="10800000">
            <a:off x="2543438" y="481820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1"/>
          <p:cNvSpPr/>
          <p:nvPr/>
        </p:nvSpPr>
        <p:spPr>
          <a:xfrm rot="10800000">
            <a:off x="280775" y="25051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1"/>
          <p:cNvSpPr/>
          <p:nvPr/>
        </p:nvSpPr>
        <p:spPr>
          <a:xfrm rot="10800000">
            <a:off x="6140250" y="4684988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1"/>
          <p:cNvSpPr/>
          <p:nvPr/>
        </p:nvSpPr>
        <p:spPr>
          <a:xfrm rot="10800000">
            <a:off x="1321000" y="367638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1"/>
          <p:cNvSpPr/>
          <p:nvPr/>
        </p:nvSpPr>
        <p:spPr>
          <a:xfrm rot="10800000">
            <a:off x="7902600" y="3512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0" name="Google Shape;790;p21"/>
          <p:cNvGrpSpPr/>
          <p:nvPr/>
        </p:nvGrpSpPr>
        <p:grpSpPr>
          <a:xfrm rot="2990921">
            <a:off x="228563" y="-601421"/>
            <a:ext cx="346352" cy="1931306"/>
            <a:chOff x="1273225" y="238125"/>
            <a:chExt cx="911925" cy="5085025"/>
          </a:xfrm>
        </p:grpSpPr>
        <p:sp>
          <p:nvSpPr>
            <p:cNvPr id="791" name="Google Shape;791;p2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1" name="Google Shape;841;p21"/>
          <p:cNvGrpSpPr/>
          <p:nvPr/>
        </p:nvGrpSpPr>
        <p:grpSpPr>
          <a:xfrm flipH="1" rot="-2990921">
            <a:off x="8527263" y="-520121"/>
            <a:ext cx="346352" cy="1931306"/>
            <a:chOff x="1273225" y="238125"/>
            <a:chExt cx="911925" cy="5085025"/>
          </a:xfrm>
        </p:grpSpPr>
        <p:sp>
          <p:nvSpPr>
            <p:cNvPr id="842" name="Google Shape;842;p2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22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4" name="Google Shape;894;p22"/>
          <p:cNvSpPr txBox="1"/>
          <p:nvPr>
            <p:ph idx="1" type="subTitle"/>
          </p:nvPr>
        </p:nvSpPr>
        <p:spPr>
          <a:xfrm>
            <a:off x="768100" y="1347252"/>
            <a:ext cx="4914300" cy="3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895" name="Google Shape;895;p22"/>
          <p:cNvSpPr/>
          <p:nvPr/>
        </p:nvSpPr>
        <p:spPr>
          <a:xfrm>
            <a:off x="379850" y="13974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2"/>
          <p:cNvSpPr/>
          <p:nvPr/>
        </p:nvSpPr>
        <p:spPr>
          <a:xfrm>
            <a:off x="1738725" y="2443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ONE_COLUMN_TEXT_1_1_1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23"/>
          <p:cNvSpPr txBox="1"/>
          <p:nvPr>
            <p:ph type="title"/>
          </p:nvPr>
        </p:nvSpPr>
        <p:spPr>
          <a:xfrm>
            <a:off x="911100" y="1093625"/>
            <a:ext cx="36609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9" name="Google Shape;899;p23"/>
          <p:cNvSpPr txBox="1"/>
          <p:nvPr>
            <p:ph idx="1" type="subTitle"/>
          </p:nvPr>
        </p:nvSpPr>
        <p:spPr>
          <a:xfrm>
            <a:off x="911100" y="2996175"/>
            <a:ext cx="3660900" cy="12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00" name="Google Shape;900;p23"/>
          <p:cNvSpPr/>
          <p:nvPr>
            <p:ph idx="2" type="pic"/>
          </p:nvPr>
        </p:nvSpPr>
        <p:spPr>
          <a:xfrm>
            <a:off x="5091525" y="1198175"/>
            <a:ext cx="3076800" cy="3076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23"/>
          <p:cNvSpPr/>
          <p:nvPr/>
        </p:nvSpPr>
        <p:spPr>
          <a:xfrm flipH="1" rot="10800000">
            <a:off x="3956538" y="2007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3"/>
          <p:cNvSpPr/>
          <p:nvPr/>
        </p:nvSpPr>
        <p:spPr>
          <a:xfrm flipH="1" rot="10800000">
            <a:off x="258363" y="26524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3"/>
          <p:cNvSpPr/>
          <p:nvPr/>
        </p:nvSpPr>
        <p:spPr>
          <a:xfrm flipH="1" rot="10800000">
            <a:off x="777888" y="46457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3"/>
          <p:cNvSpPr/>
          <p:nvPr/>
        </p:nvSpPr>
        <p:spPr>
          <a:xfrm flipH="1" rot="10800000">
            <a:off x="8725938" y="333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3"/>
          <p:cNvSpPr/>
          <p:nvPr/>
        </p:nvSpPr>
        <p:spPr>
          <a:xfrm flipH="1" rot="10800000">
            <a:off x="8592738" y="4778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ONE_COLUMN_TEXT_1_1_2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24"/>
          <p:cNvSpPr txBox="1"/>
          <p:nvPr>
            <p:ph type="title"/>
          </p:nvPr>
        </p:nvSpPr>
        <p:spPr>
          <a:xfrm>
            <a:off x="1529550" y="1673250"/>
            <a:ext cx="290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8" name="Google Shape;908;p24"/>
          <p:cNvSpPr txBox="1"/>
          <p:nvPr>
            <p:ph idx="1" type="subTitle"/>
          </p:nvPr>
        </p:nvSpPr>
        <p:spPr>
          <a:xfrm>
            <a:off x="1529682" y="2427875"/>
            <a:ext cx="29025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09" name="Google Shape;909;p24"/>
          <p:cNvSpPr/>
          <p:nvPr/>
        </p:nvSpPr>
        <p:spPr>
          <a:xfrm flipH="1">
            <a:off x="8585588" y="21127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4"/>
          <p:cNvSpPr/>
          <p:nvPr/>
        </p:nvSpPr>
        <p:spPr>
          <a:xfrm flipH="1">
            <a:off x="2071313" y="4274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4"/>
          <p:cNvSpPr/>
          <p:nvPr/>
        </p:nvSpPr>
        <p:spPr>
          <a:xfrm flipH="1">
            <a:off x="242675" y="26684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4"/>
          <p:cNvSpPr/>
          <p:nvPr/>
        </p:nvSpPr>
        <p:spPr>
          <a:xfrm flipH="1">
            <a:off x="1314225" y="47229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4"/>
          <p:cNvSpPr/>
          <p:nvPr/>
        </p:nvSpPr>
        <p:spPr>
          <a:xfrm flipH="1">
            <a:off x="6595688" y="2942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ONE_COLUMN_TEXT_1_1_3"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5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6" name="Google Shape;916;p25"/>
          <p:cNvSpPr txBox="1"/>
          <p:nvPr>
            <p:ph idx="1" type="subTitle"/>
          </p:nvPr>
        </p:nvSpPr>
        <p:spPr>
          <a:xfrm>
            <a:off x="768100" y="1789401"/>
            <a:ext cx="4914300" cy="20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17" name="Google Shape;917;p25"/>
          <p:cNvSpPr/>
          <p:nvPr/>
        </p:nvSpPr>
        <p:spPr>
          <a:xfrm>
            <a:off x="379850" y="13974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5"/>
          <p:cNvSpPr/>
          <p:nvPr/>
        </p:nvSpPr>
        <p:spPr>
          <a:xfrm>
            <a:off x="1738725" y="2443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1" name="Google Shape;921;p26"/>
          <p:cNvSpPr/>
          <p:nvPr/>
        </p:nvSpPr>
        <p:spPr>
          <a:xfrm flipH="1" rot="10800000">
            <a:off x="452225" y="26895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6"/>
          <p:cNvSpPr/>
          <p:nvPr/>
        </p:nvSpPr>
        <p:spPr>
          <a:xfrm flipH="1" rot="10800000">
            <a:off x="7042700" y="47039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6"/>
          <p:cNvSpPr/>
          <p:nvPr/>
        </p:nvSpPr>
        <p:spPr>
          <a:xfrm flipH="1" rot="10800000">
            <a:off x="8601488" y="29528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6"/>
          <p:cNvSpPr/>
          <p:nvPr/>
        </p:nvSpPr>
        <p:spPr>
          <a:xfrm flipH="1" rot="10800000">
            <a:off x="2808138" y="47705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6"/>
          <p:cNvSpPr/>
          <p:nvPr/>
        </p:nvSpPr>
        <p:spPr>
          <a:xfrm flipH="1" rot="10800000">
            <a:off x="1074913" y="4728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6"/>
          <p:cNvSpPr/>
          <p:nvPr/>
        </p:nvSpPr>
        <p:spPr>
          <a:xfrm flipH="1" rot="10800000">
            <a:off x="8364163" y="4729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9" name="Google Shape;929;p27"/>
          <p:cNvSpPr/>
          <p:nvPr/>
        </p:nvSpPr>
        <p:spPr>
          <a:xfrm rot="10800000">
            <a:off x="8563388" y="3496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7"/>
          <p:cNvSpPr/>
          <p:nvPr/>
        </p:nvSpPr>
        <p:spPr>
          <a:xfrm rot="10800000">
            <a:off x="2572988" y="48255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7"/>
          <p:cNvSpPr/>
          <p:nvPr/>
        </p:nvSpPr>
        <p:spPr>
          <a:xfrm rot="10800000">
            <a:off x="328400" y="37198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27"/>
          <p:cNvSpPr/>
          <p:nvPr/>
        </p:nvSpPr>
        <p:spPr>
          <a:xfrm rot="10800000">
            <a:off x="7131400" y="48255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7"/>
          <p:cNvSpPr/>
          <p:nvPr/>
        </p:nvSpPr>
        <p:spPr>
          <a:xfrm rot="10800000">
            <a:off x="328400" y="2632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7"/>
          <p:cNvSpPr/>
          <p:nvPr/>
        </p:nvSpPr>
        <p:spPr>
          <a:xfrm rot="10800000">
            <a:off x="7816875" y="2061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37" name="Google Shape;937;p28"/>
          <p:cNvGrpSpPr/>
          <p:nvPr/>
        </p:nvGrpSpPr>
        <p:grpSpPr>
          <a:xfrm rot="-8100000">
            <a:off x="247238" y="4296696"/>
            <a:ext cx="828304" cy="623770"/>
            <a:chOff x="1298247" y="4927075"/>
            <a:chExt cx="1659675" cy="1249850"/>
          </a:xfrm>
        </p:grpSpPr>
        <p:sp>
          <p:nvSpPr>
            <p:cNvPr id="938" name="Google Shape;938;p28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8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8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8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8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8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8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5" name="Google Shape;945;p28"/>
          <p:cNvGrpSpPr/>
          <p:nvPr/>
        </p:nvGrpSpPr>
        <p:grpSpPr>
          <a:xfrm rot="1706349">
            <a:off x="7968890" y="227585"/>
            <a:ext cx="828400" cy="623842"/>
            <a:chOff x="1298247" y="4927075"/>
            <a:chExt cx="1659675" cy="1249850"/>
          </a:xfrm>
        </p:grpSpPr>
        <p:sp>
          <p:nvSpPr>
            <p:cNvPr id="946" name="Google Shape;946;p28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8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8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8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8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8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8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3" name="Google Shape;953;p28"/>
          <p:cNvSpPr/>
          <p:nvPr/>
        </p:nvSpPr>
        <p:spPr>
          <a:xfrm>
            <a:off x="379600" y="14169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8"/>
          <p:cNvSpPr/>
          <p:nvPr/>
        </p:nvSpPr>
        <p:spPr>
          <a:xfrm>
            <a:off x="6318800" y="3204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8"/>
          <p:cNvSpPr/>
          <p:nvPr/>
        </p:nvSpPr>
        <p:spPr>
          <a:xfrm>
            <a:off x="8762638" y="27587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8"/>
          <p:cNvSpPr/>
          <p:nvPr/>
        </p:nvSpPr>
        <p:spPr>
          <a:xfrm>
            <a:off x="1712763" y="4729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8"/>
          <p:cNvSpPr/>
          <p:nvPr/>
        </p:nvSpPr>
        <p:spPr>
          <a:xfrm>
            <a:off x="8235638" y="48542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8"/>
          <p:cNvSpPr/>
          <p:nvPr/>
        </p:nvSpPr>
        <p:spPr>
          <a:xfrm>
            <a:off x="379588" y="3675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28"/>
          <p:cNvSpPr/>
          <p:nvPr/>
        </p:nvSpPr>
        <p:spPr>
          <a:xfrm>
            <a:off x="2539300" y="48734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29"/>
          <p:cNvSpPr txBox="1"/>
          <p:nvPr>
            <p:ph type="title"/>
          </p:nvPr>
        </p:nvSpPr>
        <p:spPr>
          <a:xfrm>
            <a:off x="2347950" y="540000"/>
            <a:ext cx="4448100" cy="13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8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2" name="Google Shape;962;p29"/>
          <p:cNvSpPr txBox="1"/>
          <p:nvPr>
            <p:ph idx="1" type="subTitle"/>
          </p:nvPr>
        </p:nvSpPr>
        <p:spPr>
          <a:xfrm>
            <a:off x="2347900" y="18768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63" name="Google Shape;963;p29"/>
          <p:cNvSpPr txBox="1"/>
          <p:nvPr/>
        </p:nvSpPr>
        <p:spPr>
          <a:xfrm>
            <a:off x="1828900" y="3697675"/>
            <a:ext cx="5486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CREDITS: This presentation template was created by </a:t>
            </a:r>
            <a:r>
              <a:rPr b="1" lang="en" sz="1200" u="sng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 and includes icons by</a:t>
            </a:r>
            <a:r>
              <a:rPr b="1"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lang="en" sz="1200" u="sng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 and infographics &amp; images by </a:t>
            </a:r>
            <a:r>
              <a:rPr b="1" lang="en" sz="1200" u="sng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1" sz="1200" u="sng">
              <a:solidFill>
                <a:schemeClr val="accent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bg>
      <p:bgPr>
        <a:gradFill>
          <a:gsLst>
            <a:gs pos="0">
              <a:schemeClr val="lt1"/>
            </a:gs>
            <a:gs pos="100000">
              <a:srgbClr val="101122"/>
            </a:gs>
          </a:gsLst>
          <a:lin ang="5400700" scaled="0"/>
        </a:grad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5" name="Google Shape;965;p30"/>
          <p:cNvGrpSpPr/>
          <p:nvPr/>
        </p:nvGrpSpPr>
        <p:grpSpPr>
          <a:xfrm rot="-8100000">
            <a:off x="99238" y="4318221"/>
            <a:ext cx="828304" cy="623770"/>
            <a:chOff x="1298247" y="4927075"/>
            <a:chExt cx="1659675" cy="1249850"/>
          </a:xfrm>
        </p:grpSpPr>
        <p:sp>
          <p:nvSpPr>
            <p:cNvPr id="966" name="Google Shape;966;p30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0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0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0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0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0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0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3" name="Google Shape;973;p30"/>
          <p:cNvGrpSpPr/>
          <p:nvPr/>
        </p:nvGrpSpPr>
        <p:grpSpPr>
          <a:xfrm rot="-2257517">
            <a:off x="99214" y="187980"/>
            <a:ext cx="828349" cy="623804"/>
            <a:chOff x="1298247" y="4927075"/>
            <a:chExt cx="1659675" cy="1249850"/>
          </a:xfrm>
        </p:grpSpPr>
        <p:sp>
          <p:nvSpPr>
            <p:cNvPr id="974" name="Google Shape;974;p30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0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0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0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0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0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0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30"/>
          <p:cNvGrpSpPr/>
          <p:nvPr/>
        </p:nvGrpSpPr>
        <p:grpSpPr>
          <a:xfrm rot="8542483">
            <a:off x="8216441" y="4331705"/>
            <a:ext cx="828349" cy="623804"/>
            <a:chOff x="1298247" y="4927075"/>
            <a:chExt cx="1659675" cy="1249850"/>
          </a:xfrm>
        </p:grpSpPr>
        <p:sp>
          <p:nvSpPr>
            <p:cNvPr id="982" name="Google Shape;982;p30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0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0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0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0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0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0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9" name="Google Shape;989;p30"/>
          <p:cNvGrpSpPr/>
          <p:nvPr/>
        </p:nvGrpSpPr>
        <p:grpSpPr>
          <a:xfrm rot="2700000">
            <a:off x="8311700" y="201498"/>
            <a:ext cx="828304" cy="623770"/>
            <a:chOff x="1298247" y="4927075"/>
            <a:chExt cx="1659675" cy="1249850"/>
          </a:xfrm>
        </p:grpSpPr>
        <p:sp>
          <p:nvSpPr>
            <p:cNvPr id="990" name="Google Shape;990;p30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0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0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0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0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0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0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7" name="Google Shape;997;p30"/>
          <p:cNvSpPr/>
          <p:nvPr/>
        </p:nvSpPr>
        <p:spPr>
          <a:xfrm>
            <a:off x="340675" y="131057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30"/>
          <p:cNvSpPr/>
          <p:nvPr/>
        </p:nvSpPr>
        <p:spPr>
          <a:xfrm>
            <a:off x="340675" y="1892831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30"/>
          <p:cNvSpPr/>
          <p:nvPr/>
        </p:nvSpPr>
        <p:spPr>
          <a:xfrm>
            <a:off x="340675" y="2475088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30"/>
          <p:cNvSpPr/>
          <p:nvPr/>
        </p:nvSpPr>
        <p:spPr>
          <a:xfrm>
            <a:off x="340675" y="3057344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0"/>
          <p:cNvSpPr/>
          <p:nvPr/>
        </p:nvSpPr>
        <p:spPr>
          <a:xfrm>
            <a:off x="340675" y="36396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0"/>
          <p:cNvSpPr/>
          <p:nvPr/>
        </p:nvSpPr>
        <p:spPr>
          <a:xfrm>
            <a:off x="8659263" y="131057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0"/>
          <p:cNvSpPr/>
          <p:nvPr/>
        </p:nvSpPr>
        <p:spPr>
          <a:xfrm>
            <a:off x="8659263" y="1892831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30"/>
          <p:cNvSpPr/>
          <p:nvPr/>
        </p:nvSpPr>
        <p:spPr>
          <a:xfrm>
            <a:off x="8659263" y="2475088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0"/>
          <p:cNvSpPr/>
          <p:nvPr/>
        </p:nvSpPr>
        <p:spPr>
          <a:xfrm>
            <a:off x="8659263" y="3057344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30"/>
          <p:cNvSpPr/>
          <p:nvPr/>
        </p:nvSpPr>
        <p:spPr>
          <a:xfrm>
            <a:off x="8659263" y="36396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8" name="Google Shape;1008;p31"/>
          <p:cNvGrpSpPr/>
          <p:nvPr/>
        </p:nvGrpSpPr>
        <p:grpSpPr>
          <a:xfrm flipH="1">
            <a:off x="8583219" y="2558671"/>
            <a:ext cx="463531" cy="2584718"/>
            <a:chOff x="1273225" y="238125"/>
            <a:chExt cx="911925" cy="5085025"/>
          </a:xfrm>
        </p:grpSpPr>
        <p:sp>
          <p:nvSpPr>
            <p:cNvPr id="1009" name="Google Shape;1009;p3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9" name="Google Shape;1059;p31"/>
          <p:cNvGrpSpPr/>
          <p:nvPr/>
        </p:nvGrpSpPr>
        <p:grpSpPr>
          <a:xfrm flipH="1">
            <a:off x="8583219" y="-6"/>
            <a:ext cx="463531" cy="2584718"/>
            <a:chOff x="1273225" y="238125"/>
            <a:chExt cx="911925" cy="5085025"/>
          </a:xfrm>
        </p:grpSpPr>
        <p:sp>
          <p:nvSpPr>
            <p:cNvPr id="1060" name="Google Shape;1060;p3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3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3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0" name="Google Shape;1110;p31"/>
          <p:cNvGrpSpPr/>
          <p:nvPr/>
        </p:nvGrpSpPr>
        <p:grpSpPr>
          <a:xfrm flipH="1">
            <a:off x="132594" y="-6"/>
            <a:ext cx="463531" cy="2584718"/>
            <a:chOff x="1273225" y="238125"/>
            <a:chExt cx="911925" cy="5085025"/>
          </a:xfrm>
        </p:grpSpPr>
        <p:sp>
          <p:nvSpPr>
            <p:cNvPr id="1111" name="Google Shape;1111;p3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3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3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3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3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1" name="Google Shape;1161;p31"/>
          <p:cNvGrpSpPr/>
          <p:nvPr/>
        </p:nvGrpSpPr>
        <p:grpSpPr>
          <a:xfrm flipH="1">
            <a:off x="132594" y="2558671"/>
            <a:ext cx="463531" cy="2584718"/>
            <a:chOff x="1273225" y="238125"/>
            <a:chExt cx="911925" cy="5085025"/>
          </a:xfrm>
        </p:grpSpPr>
        <p:sp>
          <p:nvSpPr>
            <p:cNvPr id="1162" name="Google Shape;1162;p3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3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3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lt1"/>
            </a:gs>
            <a:gs pos="100000">
              <a:srgbClr val="101122"/>
            </a:gs>
          </a:gsLst>
          <a:lin ang="54007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○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■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○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■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○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rchivo"/>
              <a:buChar char="■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It4-tFoJ-Mg2YD7tozooMpjX5-REQX7S/view" TargetMode="External"/><Relationship Id="rId4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101122"/>
            </a:gs>
          </a:gsLst>
          <a:lin ang="5400700" scaled="0"/>
        </a:gradFill>
      </p:bgPr>
    </p:bg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32"/>
          <p:cNvSpPr txBox="1"/>
          <p:nvPr>
            <p:ph type="ctrTitle"/>
          </p:nvPr>
        </p:nvSpPr>
        <p:spPr>
          <a:xfrm>
            <a:off x="1214700" y="612875"/>
            <a:ext cx="6714600" cy="303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1"/>
                </a:solidFill>
              </a:rPr>
              <a:t>Creating Our Own Microbial Fuel </a:t>
            </a:r>
            <a:endParaRPr sz="60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1"/>
                </a:solidFill>
              </a:rPr>
              <a:t>Cell Ecosystem</a:t>
            </a:r>
            <a:endParaRPr sz="3700">
              <a:solidFill>
                <a:schemeClr val="accent1"/>
              </a:solidFill>
            </a:endParaRPr>
          </a:p>
        </p:txBody>
      </p:sp>
      <p:sp>
        <p:nvSpPr>
          <p:cNvPr id="1217" name="Google Shape;1217;p32"/>
          <p:cNvSpPr txBox="1"/>
          <p:nvPr>
            <p:ph idx="1" type="subTitle"/>
          </p:nvPr>
        </p:nvSpPr>
        <p:spPr>
          <a:xfrm>
            <a:off x="2307675" y="3924025"/>
            <a:ext cx="4528800" cy="3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Nora Elena, Jonathan, Jaleel, William</a:t>
            </a:r>
            <a:endParaRPr/>
          </a:p>
        </p:txBody>
      </p:sp>
      <p:grpSp>
        <p:nvGrpSpPr>
          <p:cNvPr id="1218" name="Google Shape;1218;p32"/>
          <p:cNvGrpSpPr/>
          <p:nvPr/>
        </p:nvGrpSpPr>
        <p:grpSpPr>
          <a:xfrm>
            <a:off x="70275" y="0"/>
            <a:ext cx="911925" cy="5085025"/>
            <a:chOff x="1273225" y="238125"/>
            <a:chExt cx="911925" cy="5085025"/>
          </a:xfrm>
        </p:grpSpPr>
        <p:sp>
          <p:nvSpPr>
            <p:cNvPr id="1219" name="Google Shape;1219;p32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2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2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2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2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2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2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2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2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2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2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2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2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2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2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2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32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2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2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2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2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2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2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2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2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2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2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2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2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2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2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2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32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2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2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2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2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2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2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2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2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2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2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2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9" name="Google Shape;1269;p32"/>
          <p:cNvGrpSpPr/>
          <p:nvPr/>
        </p:nvGrpSpPr>
        <p:grpSpPr>
          <a:xfrm>
            <a:off x="7804166" y="4072164"/>
            <a:ext cx="757781" cy="770692"/>
            <a:chOff x="3690975" y="407750"/>
            <a:chExt cx="976647" cy="993288"/>
          </a:xfrm>
        </p:grpSpPr>
        <p:sp>
          <p:nvSpPr>
            <p:cNvPr id="1270" name="Google Shape;1270;p32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2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2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2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2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2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6" name="Google Shape;1276;p32"/>
          <p:cNvGrpSpPr/>
          <p:nvPr/>
        </p:nvGrpSpPr>
        <p:grpSpPr>
          <a:xfrm rot="3213929">
            <a:off x="1480849" y="456530"/>
            <a:ext cx="467847" cy="475818"/>
            <a:chOff x="3690975" y="407750"/>
            <a:chExt cx="976647" cy="993288"/>
          </a:xfrm>
        </p:grpSpPr>
        <p:sp>
          <p:nvSpPr>
            <p:cNvPr id="1277" name="Google Shape;1277;p32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2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2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2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2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2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3" name="Google Shape;1283;p32"/>
          <p:cNvSpPr/>
          <p:nvPr/>
        </p:nvSpPr>
        <p:spPr>
          <a:xfrm>
            <a:off x="3536950" y="3566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32"/>
          <p:cNvSpPr/>
          <p:nvPr/>
        </p:nvSpPr>
        <p:spPr>
          <a:xfrm>
            <a:off x="6756550" y="6278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32"/>
          <p:cNvSpPr/>
          <p:nvPr/>
        </p:nvSpPr>
        <p:spPr>
          <a:xfrm>
            <a:off x="8221238" y="28311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32"/>
          <p:cNvSpPr/>
          <p:nvPr/>
        </p:nvSpPr>
        <p:spPr>
          <a:xfrm>
            <a:off x="6889738" y="42543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32"/>
          <p:cNvSpPr/>
          <p:nvPr/>
        </p:nvSpPr>
        <p:spPr>
          <a:xfrm>
            <a:off x="3445563" y="47096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32"/>
          <p:cNvSpPr/>
          <p:nvPr/>
        </p:nvSpPr>
        <p:spPr>
          <a:xfrm>
            <a:off x="1473888" y="3648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32"/>
          <p:cNvSpPr/>
          <p:nvPr/>
        </p:nvSpPr>
        <p:spPr>
          <a:xfrm>
            <a:off x="2776500" y="3771900"/>
            <a:ext cx="3591000" cy="29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0" name="Google Shape;1290;p32"/>
          <p:cNvGrpSpPr/>
          <p:nvPr/>
        </p:nvGrpSpPr>
        <p:grpSpPr>
          <a:xfrm rot="-990781">
            <a:off x="7802548" y="571889"/>
            <a:ext cx="970610" cy="1132822"/>
            <a:chOff x="7465672" y="289734"/>
            <a:chExt cx="1252291" cy="1461579"/>
          </a:xfrm>
        </p:grpSpPr>
        <p:grpSp>
          <p:nvGrpSpPr>
            <p:cNvPr id="1291" name="Google Shape;1291;p32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292" name="Google Shape;1292;p32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32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32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5" name="Google Shape;1295;p32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296" name="Google Shape;1296;p32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32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32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32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305" name="Google Shape;1305;p33"/>
          <p:cNvSpPr txBox="1"/>
          <p:nvPr>
            <p:ph idx="16" type="subTitle"/>
          </p:nvPr>
        </p:nvSpPr>
        <p:spPr>
          <a:xfrm>
            <a:off x="731350" y="1945687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Goal &amp; Motivation</a:t>
            </a:r>
            <a:endParaRPr sz="1800"/>
          </a:p>
        </p:txBody>
      </p:sp>
      <p:sp>
        <p:nvSpPr>
          <p:cNvPr id="1306" name="Google Shape;1306;p33"/>
          <p:cNvSpPr txBox="1"/>
          <p:nvPr>
            <p:ph idx="5" type="title"/>
          </p:nvPr>
        </p:nvSpPr>
        <p:spPr>
          <a:xfrm>
            <a:off x="1471750" y="1460850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307" name="Google Shape;1307;p33"/>
          <p:cNvSpPr txBox="1"/>
          <p:nvPr>
            <p:ph idx="6" type="title"/>
          </p:nvPr>
        </p:nvSpPr>
        <p:spPr>
          <a:xfrm>
            <a:off x="4096800" y="3099099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308" name="Google Shape;1308;p33"/>
          <p:cNvSpPr txBox="1"/>
          <p:nvPr>
            <p:ph idx="7" type="title"/>
          </p:nvPr>
        </p:nvSpPr>
        <p:spPr>
          <a:xfrm>
            <a:off x="1471788" y="3099099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309" name="Google Shape;1309;p33"/>
          <p:cNvSpPr txBox="1"/>
          <p:nvPr>
            <p:ph idx="8" type="title"/>
          </p:nvPr>
        </p:nvSpPr>
        <p:spPr>
          <a:xfrm>
            <a:off x="4096800" y="1460850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310" name="Google Shape;1310;p33"/>
          <p:cNvSpPr txBox="1"/>
          <p:nvPr>
            <p:ph idx="14" type="title"/>
          </p:nvPr>
        </p:nvSpPr>
        <p:spPr>
          <a:xfrm>
            <a:off x="6899463" y="3099099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311" name="Google Shape;1311;p33"/>
          <p:cNvSpPr txBox="1"/>
          <p:nvPr>
            <p:ph idx="15" type="title"/>
          </p:nvPr>
        </p:nvSpPr>
        <p:spPr>
          <a:xfrm>
            <a:off x="6899475" y="1460850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312" name="Google Shape;1312;p33"/>
          <p:cNvSpPr txBox="1"/>
          <p:nvPr>
            <p:ph idx="17" type="subTitle"/>
          </p:nvPr>
        </p:nvSpPr>
        <p:spPr>
          <a:xfrm>
            <a:off x="731338" y="3603698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Detailed Functionality</a:t>
            </a:r>
            <a:endParaRPr sz="1600"/>
          </a:p>
        </p:txBody>
      </p:sp>
      <p:sp>
        <p:nvSpPr>
          <p:cNvPr id="1313" name="Google Shape;1313;p33"/>
          <p:cNvSpPr txBox="1"/>
          <p:nvPr>
            <p:ph idx="18" type="subTitle"/>
          </p:nvPr>
        </p:nvSpPr>
        <p:spPr>
          <a:xfrm>
            <a:off x="3356388" y="3603673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Demo</a:t>
            </a:r>
            <a:endParaRPr sz="1800"/>
          </a:p>
        </p:txBody>
      </p:sp>
      <p:sp>
        <p:nvSpPr>
          <p:cNvPr id="1314" name="Google Shape;1314;p33"/>
          <p:cNvSpPr txBox="1"/>
          <p:nvPr>
            <p:ph idx="19" type="subTitle"/>
          </p:nvPr>
        </p:nvSpPr>
        <p:spPr>
          <a:xfrm>
            <a:off x="3356401" y="1945675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Short Functionality</a:t>
            </a:r>
            <a:endParaRPr sz="1800"/>
          </a:p>
        </p:txBody>
      </p:sp>
      <p:sp>
        <p:nvSpPr>
          <p:cNvPr id="1315" name="Google Shape;1315;p33"/>
          <p:cNvSpPr txBox="1"/>
          <p:nvPr>
            <p:ph idx="20" type="subTitle"/>
          </p:nvPr>
        </p:nvSpPr>
        <p:spPr>
          <a:xfrm>
            <a:off x="6159063" y="3603673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Successes/Failures</a:t>
            </a:r>
            <a:endParaRPr sz="1800"/>
          </a:p>
        </p:txBody>
      </p:sp>
      <p:sp>
        <p:nvSpPr>
          <p:cNvPr id="1316" name="Google Shape;1316;p33"/>
          <p:cNvSpPr txBox="1"/>
          <p:nvPr>
            <p:ph idx="21" type="subTitle"/>
          </p:nvPr>
        </p:nvSpPr>
        <p:spPr>
          <a:xfrm>
            <a:off x="6159076" y="1945662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r>
              <a:rPr lang="en" sz="1800"/>
              <a:t>hort Specification</a:t>
            </a:r>
            <a:endParaRPr sz="1800"/>
          </a:p>
        </p:txBody>
      </p:sp>
      <p:grpSp>
        <p:nvGrpSpPr>
          <p:cNvPr id="1317" name="Google Shape;1317;p33"/>
          <p:cNvGrpSpPr/>
          <p:nvPr/>
        </p:nvGrpSpPr>
        <p:grpSpPr>
          <a:xfrm rot="-990781">
            <a:off x="360223" y="297489"/>
            <a:ext cx="970610" cy="1132822"/>
            <a:chOff x="7465672" y="289734"/>
            <a:chExt cx="1252291" cy="1461579"/>
          </a:xfrm>
        </p:grpSpPr>
        <p:grpSp>
          <p:nvGrpSpPr>
            <p:cNvPr id="1318" name="Google Shape;1318;p33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319" name="Google Shape;1319;p33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33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33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22" name="Google Shape;1322;p33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323" name="Google Shape;1323;p33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33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33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33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34"/>
          <p:cNvSpPr txBox="1"/>
          <p:nvPr>
            <p:ph type="title"/>
          </p:nvPr>
        </p:nvSpPr>
        <p:spPr>
          <a:xfrm>
            <a:off x="1084875" y="2319625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Goal &amp; Motivation</a:t>
            </a:r>
            <a:endParaRPr sz="3400"/>
          </a:p>
        </p:txBody>
      </p:sp>
      <p:sp>
        <p:nvSpPr>
          <p:cNvPr id="1332" name="Google Shape;1332;p34"/>
          <p:cNvSpPr txBox="1"/>
          <p:nvPr>
            <p:ph idx="2" type="title"/>
          </p:nvPr>
        </p:nvSpPr>
        <p:spPr>
          <a:xfrm>
            <a:off x="1084875" y="1362375"/>
            <a:ext cx="12174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333" name="Google Shape;1333;p34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4" name="Google Shape;1334;p34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1335" name="Google Shape;1335;p34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4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4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4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4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4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4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34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34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4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4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4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4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4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4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4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4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4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4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4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4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4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34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4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4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4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4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4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4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4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4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4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4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34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4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4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4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4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4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4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34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4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4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34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5" name="Google Shape;1385;p34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1386" name="Google Shape;1386;p34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4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4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4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4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4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4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4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4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4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4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4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4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4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4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4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4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4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4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4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4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4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4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4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4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34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4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34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4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4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4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4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4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4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4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4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4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4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4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4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4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4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4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4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6" name="Google Shape;1436;p34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34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34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34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34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1" name="Google Shape;1441;p34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1442" name="Google Shape;1442;p34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443" name="Google Shape;1443;p34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34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34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34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447" name="Google Shape;1447;p34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34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34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34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51" name="Google Shape;1451;p34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34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5"/>
          <p:cNvSpPr txBox="1"/>
          <p:nvPr>
            <p:ph type="title"/>
          </p:nvPr>
        </p:nvSpPr>
        <p:spPr>
          <a:xfrm>
            <a:off x="975075" y="1189588"/>
            <a:ext cx="4294800" cy="8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Goal &amp; Motivation</a:t>
            </a:r>
            <a:endParaRPr sz="3300"/>
          </a:p>
        </p:txBody>
      </p:sp>
      <p:sp>
        <p:nvSpPr>
          <p:cNvPr id="1458" name="Google Shape;1458;p35"/>
          <p:cNvSpPr txBox="1"/>
          <p:nvPr>
            <p:ph idx="1" type="subTitle"/>
          </p:nvPr>
        </p:nvSpPr>
        <p:spPr>
          <a:xfrm>
            <a:off x="1628775" y="3649550"/>
            <a:ext cx="5766300" cy="1395600"/>
          </a:xfrm>
          <a:prstGeom prst="rect">
            <a:avLst/>
          </a:prstGeom>
          <a:solidFill>
            <a:srgbClr val="58DFF3">
              <a:alpha val="4766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Our objective is to translate real genetic circuits from sludge environments into a configurable simulation platform, allowing users to design ecosystems and assess their st</a:t>
            </a:r>
            <a:r>
              <a:rPr lang="en" sz="1800">
                <a:solidFill>
                  <a:srgbClr val="FFFFFF"/>
                </a:solidFill>
              </a:rPr>
              <a:t>a</a:t>
            </a:r>
            <a:r>
              <a:rPr lang="en" sz="1800">
                <a:solidFill>
                  <a:srgbClr val="FFFFFF"/>
                </a:solidFill>
              </a:rPr>
              <a:t>bility before implementation</a:t>
            </a:r>
            <a:endParaRPr sz="1800">
              <a:solidFill>
                <a:srgbClr val="FFFFFF"/>
              </a:solidFill>
            </a:endParaRPr>
          </a:p>
        </p:txBody>
      </p:sp>
      <p:grpSp>
        <p:nvGrpSpPr>
          <p:cNvPr id="1459" name="Google Shape;1459;p35"/>
          <p:cNvGrpSpPr/>
          <p:nvPr/>
        </p:nvGrpSpPr>
        <p:grpSpPr>
          <a:xfrm rot="-557482">
            <a:off x="1661401" y="147272"/>
            <a:ext cx="1062610" cy="1240197"/>
            <a:chOff x="7465672" y="289734"/>
            <a:chExt cx="1252291" cy="1461579"/>
          </a:xfrm>
        </p:grpSpPr>
        <p:grpSp>
          <p:nvGrpSpPr>
            <p:cNvPr id="1460" name="Google Shape;1460;p35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461" name="Google Shape;1461;p35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35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35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35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465" name="Google Shape;1465;p35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35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35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35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69" name="Google Shape;1469;p35"/>
          <p:cNvSpPr/>
          <p:nvPr/>
        </p:nvSpPr>
        <p:spPr>
          <a:xfrm>
            <a:off x="7155775" y="7007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35"/>
          <p:cNvSpPr/>
          <p:nvPr/>
        </p:nvSpPr>
        <p:spPr>
          <a:xfrm>
            <a:off x="7441725" y="2505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35"/>
          <p:cNvSpPr/>
          <p:nvPr/>
        </p:nvSpPr>
        <p:spPr>
          <a:xfrm>
            <a:off x="6920513" y="49804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35"/>
          <p:cNvSpPr/>
          <p:nvPr/>
        </p:nvSpPr>
        <p:spPr>
          <a:xfrm>
            <a:off x="1466063" y="5030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35"/>
          <p:cNvSpPr/>
          <p:nvPr/>
        </p:nvSpPr>
        <p:spPr>
          <a:xfrm>
            <a:off x="7469013" y="41527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35"/>
          <p:cNvSpPr/>
          <p:nvPr/>
        </p:nvSpPr>
        <p:spPr>
          <a:xfrm>
            <a:off x="1542388" y="40195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35"/>
          <p:cNvSpPr/>
          <p:nvPr/>
        </p:nvSpPr>
        <p:spPr>
          <a:xfrm>
            <a:off x="3055863" y="5030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35"/>
          <p:cNvSpPr txBox="1"/>
          <p:nvPr/>
        </p:nvSpPr>
        <p:spPr>
          <a:xfrm>
            <a:off x="1349775" y="2383063"/>
            <a:ext cx="60453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Concrete Example </a:t>
            </a:r>
            <a:endParaRPr b="1" u="sng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 wastewater engineer (Southampton Lab) designing a microbial fuel cell can adjust microbial interactions (e.g., cross-feeding or cooperation) and simulate whether the community produces stable electrical output before implementing it in a treatment system</a:t>
            </a:r>
            <a:endParaRPr sz="12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477" name="Google Shape;147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775" y="131800"/>
            <a:ext cx="2628000" cy="1767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36"/>
          <p:cNvSpPr txBox="1"/>
          <p:nvPr>
            <p:ph type="title"/>
          </p:nvPr>
        </p:nvSpPr>
        <p:spPr>
          <a:xfrm>
            <a:off x="1084875" y="2319625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Short Functionality</a:t>
            </a:r>
            <a:endParaRPr sz="3400"/>
          </a:p>
        </p:txBody>
      </p:sp>
      <p:sp>
        <p:nvSpPr>
          <p:cNvPr id="1483" name="Google Shape;1483;p36"/>
          <p:cNvSpPr txBox="1"/>
          <p:nvPr>
            <p:ph idx="2" type="title"/>
          </p:nvPr>
        </p:nvSpPr>
        <p:spPr>
          <a:xfrm>
            <a:off x="1084875" y="1362375"/>
            <a:ext cx="12174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84" name="Google Shape;1484;p36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5" name="Google Shape;1485;p36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1486" name="Google Shape;1486;p36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3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3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36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36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6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36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36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6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36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6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6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6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6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6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6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36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6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6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6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6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36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36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36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36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36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36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36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36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36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36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36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36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6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36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36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36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36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36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36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36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36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36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6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6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6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6" name="Google Shape;1536;p36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1537" name="Google Shape;1537;p36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3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3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3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3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3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3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36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36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36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36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36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6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36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36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36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36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36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36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36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36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36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36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36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6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6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6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6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36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36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36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36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36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36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6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36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36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36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36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36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36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36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36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36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36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36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36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36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36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36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7" name="Google Shape;1587;p36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36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36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36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36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2" name="Google Shape;1592;p36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1593" name="Google Shape;1593;p36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594" name="Google Shape;1594;p36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36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6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7" name="Google Shape;1597;p36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598" name="Google Shape;1598;p36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36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36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6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02" name="Google Shape;1602;p36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36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37"/>
          <p:cNvSpPr txBox="1"/>
          <p:nvPr>
            <p:ph type="title"/>
          </p:nvPr>
        </p:nvSpPr>
        <p:spPr>
          <a:xfrm>
            <a:off x="752600" y="1872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Functionality</a:t>
            </a:r>
            <a:endParaRPr/>
          </a:p>
        </p:txBody>
      </p:sp>
      <p:sp>
        <p:nvSpPr>
          <p:cNvPr id="1609" name="Google Shape;1609;p37"/>
          <p:cNvSpPr txBox="1"/>
          <p:nvPr>
            <p:ph idx="1" type="subTitle"/>
          </p:nvPr>
        </p:nvSpPr>
        <p:spPr>
          <a:xfrm>
            <a:off x="655300" y="802500"/>
            <a:ext cx="5445300" cy="36132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GUI</a:t>
            </a:r>
            <a:endParaRPr b="1" sz="2600" u="sng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Six sliders let you adjust the influence of different biological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circuit categories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○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picks which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modified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strains belong in the community based on slider settings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Ecosystem simulation graph updates dynamically as parameters change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○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Simulates how the community behaves over time and displays it as a live graph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Enables rapid exploration of how circuit combinations affect ecosystem behavior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0" name="Google Shape;1610;p37"/>
          <p:cNvGrpSpPr/>
          <p:nvPr/>
        </p:nvGrpSpPr>
        <p:grpSpPr>
          <a:xfrm rot="2300942">
            <a:off x="7219399" y="569162"/>
            <a:ext cx="619659" cy="3455307"/>
            <a:chOff x="1273225" y="238125"/>
            <a:chExt cx="911925" cy="5085025"/>
          </a:xfrm>
        </p:grpSpPr>
        <p:sp>
          <p:nvSpPr>
            <p:cNvPr id="1611" name="Google Shape;1611;p37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37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37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37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7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37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37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37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37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37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37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37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37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37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37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37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37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37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37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37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37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37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7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7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7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37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37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37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37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37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37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37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37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37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37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37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37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37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37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37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37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37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37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37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37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37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37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37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37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37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1" name="Google Shape;1661;p37"/>
          <p:cNvGrpSpPr/>
          <p:nvPr/>
        </p:nvGrpSpPr>
        <p:grpSpPr>
          <a:xfrm rot="-557569">
            <a:off x="6145708" y="1663809"/>
            <a:ext cx="514938" cy="600996"/>
            <a:chOff x="7465672" y="289734"/>
            <a:chExt cx="1252291" cy="1461579"/>
          </a:xfrm>
        </p:grpSpPr>
        <p:grpSp>
          <p:nvGrpSpPr>
            <p:cNvPr id="1662" name="Google Shape;1662;p37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663" name="Google Shape;1663;p37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37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37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6" name="Google Shape;1666;p37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667" name="Google Shape;1667;p37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37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37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7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71" name="Google Shape;1671;p37"/>
          <p:cNvGrpSpPr/>
          <p:nvPr/>
        </p:nvGrpSpPr>
        <p:grpSpPr>
          <a:xfrm rot="-558197">
            <a:off x="7449752" y="3411620"/>
            <a:ext cx="348590" cy="406824"/>
            <a:chOff x="7465672" y="289734"/>
            <a:chExt cx="1252291" cy="1461579"/>
          </a:xfrm>
        </p:grpSpPr>
        <p:grpSp>
          <p:nvGrpSpPr>
            <p:cNvPr id="1672" name="Google Shape;1672;p37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673" name="Google Shape;1673;p37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7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7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6" name="Google Shape;1676;p37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677" name="Google Shape;1677;p37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37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37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37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81" name="Google Shape;1681;p37"/>
          <p:cNvSpPr/>
          <p:nvPr/>
        </p:nvSpPr>
        <p:spPr>
          <a:xfrm>
            <a:off x="6355488" y="2524050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37"/>
          <p:cNvSpPr/>
          <p:nvPr/>
        </p:nvSpPr>
        <p:spPr>
          <a:xfrm>
            <a:off x="6938625" y="1530775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37"/>
          <p:cNvSpPr/>
          <p:nvPr/>
        </p:nvSpPr>
        <p:spPr>
          <a:xfrm>
            <a:off x="5822950" y="1302025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37"/>
          <p:cNvSpPr/>
          <p:nvPr/>
        </p:nvSpPr>
        <p:spPr>
          <a:xfrm>
            <a:off x="8047850" y="2773038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37"/>
          <p:cNvSpPr/>
          <p:nvPr/>
        </p:nvSpPr>
        <p:spPr>
          <a:xfrm>
            <a:off x="8232775" y="3933825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37"/>
          <p:cNvSpPr/>
          <p:nvPr/>
        </p:nvSpPr>
        <p:spPr>
          <a:xfrm>
            <a:off x="6986400" y="4182738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37"/>
          <p:cNvSpPr/>
          <p:nvPr/>
        </p:nvSpPr>
        <p:spPr>
          <a:xfrm>
            <a:off x="3513575" y="43584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37"/>
          <p:cNvSpPr/>
          <p:nvPr/>
        </p:nvSpPr>
        <p:spPr>
          <a:xfrm>
            <a:off x="846575" y="44156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37"/>
          <p:cNvSpPr/>
          <p:nvPr/>
        </p:nvSpPr>
        <p:spPr>
          <a:xfrm>
            <a:off x="8143250" y="6677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38"/>
          <p:cNvSpPr txBox="1"/>
          <p:nvPr>
            <p:ph type="title"/>
          </p:nvPr>
        </p:nvSpPr>
        <p:spPr>
          <a:xfrm>
            <a:off x="1084875" y="2319625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Short Specification</a:t>
            </a:r>
            <a:endParaRPr sz="3400"/>
          </a:p>
        </p:txBody>
      </p:sp>
      <p:sp>
        <p:nvSpPr>
          <p:cNvPr id="1695" name="Google Shape;1695;p38"/>
          <p:cNvSpPr txBox="1"/>
          <p:nvPr>
            <p:ph idx="2" type="title"/>
          </p:nvPr>
        </p:nvSpPr>
        <p:spPr>
          <a:xfrm>
            <a:off x="1084875" y="1362375"/>
            <a:ext cx="12639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38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7" name="Google Shape;1697;p38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1698" name="Google Shape;1698;p38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8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8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8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8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8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8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8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8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8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8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8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8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8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8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8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8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8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8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8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8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8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8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8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8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8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8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8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8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8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8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8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8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8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8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8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8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8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8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8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8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8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8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8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8" name="Google Shape;1748;p38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1749" name="Google Shape;1749;p38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8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8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8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8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8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8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8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8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8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8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8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8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8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8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8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8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8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8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8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8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8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8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8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8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8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8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8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8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8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8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8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8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8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8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8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8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8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8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8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8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8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8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8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9" name="Google Shape;1799;p38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38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38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38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38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4" name="Google Shape;1804;p38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1805" name="Google Shape;1805;p38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806" name="Google Shape;1806;p38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38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38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9" name="Google Shape;1809;p38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810" name="Google Shape;1810;p38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38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38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38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14" name="Google Shape;1814;p38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38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39"/>
          <p:cNvSpPr txBox="1"/>
          <p:nvPr>
            <p:ph type="title"/>
          </p:nvPr>
        </p:nvSpPr>
        <p:spPr>
          <a:xfrm>
            <a:off x="625300" y="15340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Short Specification of </a:t>
            </a:r>
            <a:r>
              <a:rPr lang="en" sz="2400"/>
              <a:t>circuits</a:t>
            </a:r>
            <a:endParaRPr sz="2400"/>
          </a:p>
        </p:txBody>
      </p:sp>
      <p:grpSp>
        <p:nvGrpSpPr>
          <p:cNvPr id="1821" name="Google Shape;1821;p39"/>
          <p:cNvGrpSpPr/>
          <p:nvPr/>
        </p:nvGrpSpPr>
        <p:grpSpPr>
          <a:xfrm rot="1149490">
            <a:off x="124876" y="3640718"/>
            <a:ext cx="1331684" cy="985750"/>
            <a:chOff x="1802638" y="3918302"/>
            <a:chExt cx="842383" cy="623556"/>
          </a:xfrm>
        </p:grpSpPr>
        <p:sp>
          <p:nvSpPr>
            <p:cNvPr id="1822" name="Google Shape;1822;p39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9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9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9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9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9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9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9" name="Google Shape;1829;p39"/>
          <p:cNvGrpSpPr/>
          <p:nvPr/>
        </p:nvGrpSpPr>
        <p:grpSpPr>
          <a:xfrm>
            <a:off x="1387350" y="934775"/>
            <a:ext cx="6586800" cy="3598800"/>
            <a:chOff x="1477425" y="1145000"/>
            <a:chExt cx="6586800" cy="3598800"/>
          </a:xfrm>
        </p:grpSpPr>
        <p:sp>
          <p:nvSpPr>
            <p:cNvPr id="1830" name="Google Shape;1830;p39"/>
            <p:cNvSpPr txBox="1"/>
            <p:nvPr/>
          </p:nvSpPr>
          <p:spPr>
            <a:xfrm>
              <a:off x="1477425" y="1145000"/>
              <a:ext cx="3293400" cy="3598800"/>
            </a:xfrm>
            <a:prstGeom prst="rect">
              <a:avLst/>
            </a:prstGeom>
            <a:solidFill>
              <a:srgbClr val="97DEEB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Genetic circuits must be from sludge microbial environments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Circuits must map to defined interaction categories: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Auxotrophic cross-feeding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Metabolite production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Metabolite dependency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Cooperation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Each circuit must be representable using standardized components 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promoter, RBS, CDS, terminator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The system must support modular selection and combination of multiple circuits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31" name="Google Shape;1831;p39"/>
            <p:cNvSpPr txBox="1"/>
            <p:nvPr/>
          </p:nvSpPr>
          <p:spPr>
            <a:xfrm>
              <a:off x="4770825" y="1145000"/>
              <a:ext cx="3293400" cy="3598800"/>
            </a:xfrm>
            <a:prstGeom prst="rect">
              <a:avLst/>
            </a:prstGeom>
            <a:solidFill>
              <a:srgbClr val="97DEEB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Circuit selection limited to literature-supported sludge organisms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Biological interactions simplified into abstracted interaction models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Dependence on predefined categories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Limited parameter availability for accurate kinetic modeling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Simulation must remain computationally efficient for real-time use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32" name="Google Shape;1832;p39"/>
            <p:cNvSpPr txBox="1"/>
            <p:nvPr/>
          </p:nvSpPr>
          <p:spPr>
            <a:xfrm>
              <a:off x="4770825" y="1145000"/>
              <a:ext cx="3293400" cy="4947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Design Constraints</a:t>
              </a:r>
              <a:endParaRPr b="1" sz="1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33" name="Google Shape;1833;p39"/>
            <p:cNvSpPr txBox="1"/>
            <p:nvPr/>
          </p:nvSpPr>
          <p:spPr>
            <a:xfrm>
              <a:off x="1477425" y="1145000"/>
              <a:ext cx="3293400" cy="4947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Design Requirements</a:t>
              </a:r>
              <a:endParaRPr b="1" sz="1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40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Literature Review that was used for Knox </a:t>
            </a:r>
            <a:r>
              <a:rPr lang="en" sz="2400"/>
              <a:t>circuits</a:t>
            </a:r>
            <a:endParaRPr sz="2400"/>
          </a:p>
        </p:txBody>
      </p:sp>
      <p:grpSp>
        <p:nvGrpSpPr>
          <p:cNvPr id="1839" name="Google Shape;1839;p40"/>
          <p:cNvGrpSpPr/>
          <p:nvPr/>
        </p:nvGrpSpPr>
        <p:grpSpPr>
          <a:xfrm rot="1149490">
            <a:off x="7105201" y="3493418"/>
            <a:ext cx="1331684" cy="985750"/>
            <a:chOff x="1802638" y="3918302"/>
            <a:chExt cx="842383" cy="623556"/>
          </a:xfrm>
        </p:grpSpPr>
        <p:sp>
          <p:nvSpPr>
            <p:cNvPr id="1840" name="Google Shape;1840;p40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40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40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40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40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40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40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47" name="Google Shape;184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21" y="1490106"/>
            <a:ext cx="4030506" cy="3403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" name="Google Shape;184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7883" y="1490100"/>
            <a:ext cx="3903941" cy="340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41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Short Specification: Knox Circuit Examples</a:t>
            </a:r>
            <a:endParaRPr sz="2400"/>
          </a:p>
        </p:txBody>
      </p:sp>
      <p:grpSp>
        <p:nvGrpSpPr>
          <p:cNvPr id="1854" name="Google Shape;1854;p41"/>
          <p:cNvGrpSpPr/>
          <p:nvPr/>
        </p:nvGrpSpPr>
        <p:grpSpPr>
          <a:xfrm rot="1149490">
            <a:off x="7105201" y="3493418"/>
            <a:ext cx="1331684" cy="985750"/>
            <a:chOff x="1802638" y="3918302"/>
            <a:chExt cx="842383" cy="623556"/>
          </a:xfrm>
        </p:grpSpPr>
        <p:sp>
          <p:nvSpPr>
            <p:cNvPr id="1855" name="Google Shape;1855;p41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41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41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41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41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41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41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2" name="Google Shape;1862;p41"/>
          <p:cNvGrpSpPr/>
          <p:nvPr/>
        </p:nvGrpSpPr>
        <p:grpSpPr>
          <a:xfrm>
            <a:off x="898950" y="1106931"/>
            <a:ext cx="3535361" cy="2929642"/>
            <a:chOff x="4876178" y="1523800"/>
            <a:chExt cx="3918600" cy="2808322"/>
          </a:xfrm>
        </p:grpSpPr>
        <p:sp>
          <p:nvSpPr>
            <p:cNvPr id="1863" name="Google Shape;1863;p41"/>
            <p:cNvSpPr/>
            <p:nvPr/>
          </p:nvSpPr>
          <p:spPr>
            <a:xfrm>
              <a:off x="4876178" y="1594322"/>
              <a:ext cx="3918600" cy="2737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0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6925" lIns="96925" spcFirstLastPara="1" rIns="96925" wrap="square" tIns="9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84">
                <a:latin typeface="Archivo"/>
                <a:ea typeface="Archivo"/>
                <a:cs typeface="Archivo"/>
                <a:sym typeface="Archivo"/>
              </a:endParaRPr>
            </a:p>
          </p:txBody>
        </p:sp>
        <p:pic>
          <p:nvPicPr>
            <p:cNvPr id="1864" name="Google Shape;1864;p41"/>
            <p:cNvPicPr preferRelativeResize="0"/>
            <p:nvPr/>
          </p:nvPicPr>
          <p:blipFill rotWithShape="1">
            <a:blip r:embed="rId3">
              <a:alphaModFix/>
            </a:blip>
            <a:srcRect b="-1004" l="8484" r="0" t="15891"/>
            <a:stretch/>
          </p:blipFill>
          <p:spPr>
            <a:xfrm>
              <a:off x="5543708" y="1779951"/>
              <a:ext cx="2478478" cy="25521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5" name="Google Shape;1865;p41"/>
            <p:cNvSpPr txBox="1"/>
            <p:nvPr/>
          </p:nvSpPr>
          <p:spPr>
            <a:xfrm>
              <a:off x="5209895" y="1523800"/>
              <a:ext cx="3146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925" lIns="96925" spcFirstLastPara="1" rIns="96925" wrap="square" tIns="9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84">
                  <a:latin typeface="Archivo"/>
                  <a:ea typeface="Archivo"/>
                  <a:cs typeface="Archivo"/>
                  <a:sym typeface="Archivo"/>
                </a:rPr>
                <a:t>Ecoli_K</a:t>
              </a:r>
              <a:endParaRPr b="1" sz="1684"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1866" name="Google Shape;1866;p41"/>
          <p:cNvGrpSpPr/>
          <p:nvPr/>
        </p:nvGrpSpPr>
        <p:grpSpPr>
          <a:xfrm>
            <a:off x="4702600" y="1106931"/>
            <a:ext cx="3535361" cy="2929643"/>
            <a:chOff x="4102825" y="1106931"/>
            <a:chExt cx="3535361" cy="2929643"/>
          </a:xfrm>
        </p:grpSpPr>
        <p:grpSp>
          <p:nvGrpSpPr>
            <p:cNvPr id="1867" name="Google Shape;1867;p41"/>
            <p:cNvGrpSpPr/>
            <p:nvPr/>
          </p:nvGrpSpPr>
          <p:grpSpPr>
            <a:xfrm>
              <a:off x="4102825" y="1106931"/>
              <a:ext cx="3535361" cy="2929642"/>
              <a:chOff x="4876178" y="1523800"/>
              <a:chExt cx="3918600" cy="2808322"/>
            </a:xfrm>
          </p:grpSpPr>
          <p:sp>
            <p:nvSpPr>
              <p:cNvPr id="1868" name="Google Shape;1868;p41"/>
              <p:cNvSpPr/>
              <p:nvPr/>
            </p:nvSpPr>
            <p:spPr>
              <a:xfrm>
                <a:off x="4876178" y="1594322"/>
                <a:ext cx="3918600" cy="27378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10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6925" lIns="96925" spcFirstLastPara="1" rIns="96925" wrap="square" tIns="969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84"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869" name="Google Shape;1869;p41"/>
              <p:cNvSpPr txBox="1"/>
              <p:nvPr/>
            </p:nvSpPr>
            <p:spPr>
              <a:xfrm>
                <a:off x="5209895" y="1523800"/>
                <a:ext cx="31461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6925" lIns="96925" spcFirstLastPara="1" rIns="96925" wrap="square" tIns="969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84">
                    <a:latin typeface="Archivo"/>
                    <a:ea typeface="Archivo"/>
                    <a:cs typeface="Archivo"/>
                    <a:sym typeface="Archivo"/>
                  </a:rPr>
                  <a:t>Luxl_LuxR</a:t>
                </a:r>
                <a:endParaRPr b="1" sz="1684"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pic>
          <p:nvPicPr>
            <p:cNvPr id="1870" name="Google Shape;1870;p41"/>
            <p:cNvPicPr preferRelativeResize="0"/>
            <p:nvPr/>
          </p:nvPicPr>
          <p:blipFill rotWithShape="1">
            <a:blip r:embed="rId4">
              <a:alphaModFix/>
            </a:blip>
            <a:srcRect b="6571" l="5838" r="0" t="17900"/>
            <a:stretch/>
          </p:blipFill>
          <p:spPr>
            <a:xfrm>
              <a:off x="4609000" y="1540325"/>
              <a:ext cx="2613675" cy="2496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42"/>
          <p:cNvSpPr txBox="1"/>
          <p:nvPr>
            <p:ph type="title"/>
          </p:nvPr>
        </p:nvSpPr>
        <p:spPr>
          <a:xfrm>
            <a:off x="1084875" y="2319625"/>
            <a:ext cx="4742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Detailed Functionality</a:t>
            </a:r>
            <a:endParaRPr sz="3400"/>
          </a:p>
        </p:txBody>
      </p:sp>
      <p:sp>
        <p:nvSpPr>
          <p:cNvPr id="1876" name="Google Shape;1876;p42"/>
          <p:cNvSpPr txBox="1"/>
          <p:nvPr>
            <p:ph idx="2" type="title"/>
          </p:nvPr>
        </p:nvSpPr>
        <p:spPr>
          <a:xfrm>
            <a:off x="1084875" y="1362375"/>
            <a:ext cx="14262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877" name="Google Shape;1877;p42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8" name="Google Shape;1878;p42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1879" name="Google Shape;1879;p42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4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4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4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4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4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4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42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42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42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42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42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42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42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42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42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42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42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42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42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42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42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42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42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42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42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42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42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42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42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42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42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42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42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42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42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42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42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42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42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42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42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42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42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42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42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42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42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42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42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9" name="Google Shape;1929;p42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1930" name="Google Shape;1930;p42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4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4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4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4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4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4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42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42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42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42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42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42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42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42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42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42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42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42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42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42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42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42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42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42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42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42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42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42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42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42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42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42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42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42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42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42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42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42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42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42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42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42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42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42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42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42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42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42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42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0" name="Google Shape;1980;p42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42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42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42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42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5" name="Google Shape;1985;p42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1986" name="Google Shape;1986;p42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987" name="Google Shape;1987;p42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42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42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0" name="Google Shape;1990;p42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991" name="Google Shape;1991;p42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42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42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42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95" name="Google Shape;1995;p42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42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43"/>
          <p:cNvSpPr txBox="1"/>
          <p:nvPr>
            <p:ph type="title"/>
          </p:nvPr>
        </p:nvSpPr>
        <p:spPr>
          <a:xfrm>
            <a:off x="764200" y="1194497"/>
            <a:ext cx="7710900" cy="31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Step 1) Create the Knox circuits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Step 2) Find the relevant ODEs from goldbar circuits (lit review)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Step 3) Run Claude to make xml file to run simulation in iBioSim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002" name="Google Shape;2002;p43"/>
          <p:cNvSpPr/>
          <p:nvPr/>
        </p:nvSpPr>
        <p:spPr>
          <a:xfrm flipH="1" rot="10800000">
            <a:off x="4508838" y="43676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03" name="Google Shape;2003;p43"/>
          <p:cNvGrpSpPr/>
          <p:nvPr/>
        </p:nvGrpSpPr>
        <p:grpSpPr>
          <a:xfrm rot="-5754368">
            <a:off x="102574" y="3979769"/>
            <a:ext cx="842390" cy="623561"/>
            <a:chOff x="1802638" y="3918302"/>
            <a:chExt cx="842383" cy="623556"/>
          </a:xfrm>
        </p:grpSpPr>
        <p:sp>
          <p:nvSpPr>
            <p:cNvPr id="2004" name="Google Shape;2004;p43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43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43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43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43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43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43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1" name="Google Shape;2011;p43"/>
          <p:cNvGrpSpPr/>
          <p:nvPr/>
        </p:nvGrpSpPr>
        <p:grpSpPr>
          <a:xfrm rot="3214149">
            <a:off x="7822329" y="1543340"/>
            <a:ext cx="341583" cy="347323"/>
            <a:chOff x="3690975" y="407750"/>
            <a:chExt cx="976647" cy="993288"/>
          </a:xfrm>
        </p:grpSpPr>
        <p:sp>
          <p:nvSpPr>
            <p:cNvPr id="2012" name="Google Shape;2012;p43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43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43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43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43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43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8" name="Google Shape;2018;p43"/>
          <p:cNvSpPr txBox="1"/>
          <p:nvPr/>
        </p:nvSpPr>
        <p:spPr>
          <a:xfrm>
            <a:off x="115875" y="202750"/>
            <a:ext cx="9742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Detailed </a:t>
            </a: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Workflow</a:t>
            </a: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for </a:t>
            </a: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Simulation Creation</a:t>
            </a: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endParaRPr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44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Parameters</a:t>
            </a:r>
            <a:endParaRPr/>
          </a:p>
        </p:txBody>
      </p:sp>
      <p:sp>
        <p:nvSpPr>
          <p:cNvPr id="2024" name="Google Shape;2024;p44"/>
          <p:cNvSpPr txBox="1"/>
          <p:nvPr>
            <p:ph idx="1" type="subTitle"/>
          </p:nvPr>
        </p:nvSpPr>
        <p:spPr>
          <a:xfrm>
            <a:off x="909750" y="1644525"/>
            <a:ext cx="6738900" cy="227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Cross-feeding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obligate amino acid mutualism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Kill switches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biosafety via toxin-antitoxin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Electroactivity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EET cytochrome current boost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Nitrification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ammonia to nitrate oxidation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Denitrification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nitrate to N₂ reduction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Production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valuable secondary metabolite biosynthesis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Quorum sensing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cell-density-dependent coordination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45"/>
          <p:cNvSpPr/>
          <p:nvPr/>
        </p:nvSpPr>
        <p:spPr>
          <a:xfrm flipH="1" rot="10800000">
            <a:off x="4508838" y="43676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0" name="Google Shape;2030;p45"/>
          <p:cNvGrpSpPr/>
          <p:nvPr/>
        </p:nvGrpSpPr>
        <p:grpSpPr>
          <a:xfrm rot="-5754368">
            <a:off x="809499" y="3604869"/>
            <a:ext cx="842390" cy="623561"/>
            <a:chOff x="1802638" y="3918302"/>
            <a:chExt cx="842383" cy="623556"/>
          </a:xfrm>
        </p:grpSpPr>
        <p:sp>
          <p:nvSpPr>
            <p:cNvPr id="2031" name="Google Shape;2031;p45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45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45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45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45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45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45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8" name="Google Shape;2038;p45"/>
          <p:cNvGrpSpPr/>
          <p:nvPr/>
        </p:nvGrpSpPr>
        <p:grpSpPr>
          <a:xfrm rot="3214149">
            <a:off x="7822329" y="1543340"/>
            <a:ext cx="341583" cy="347323"/>
            <a:chOff x="3690975" y="407750"/>
            <a:chExt cx="976647" cy="993288"/>
          </a:xfrm>
        </p:grpSpPr>
        <p:sp>
          <p:nvSpPr>
            <p:cNvPr id="2039" name="Google Shape;2039;p45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45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45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45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45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45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5" name="Google Shape;2045;p45"/>
          <p:cNvSpPr txBox="1"/>
          <p:nvPr/>
        </p:nvSpPr>
        <p:spPr>
          <a:xfrm>
            <a:off x="604250" y="1423175"/>
            <a:ext cx="21444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</a:pP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Inserted</a:t>
            </a: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equations into claude to generate SBML file</a:t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</a:pP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Uploaded directly to iBioSIM</a:t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</a:pP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Manually Verified</a:t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046" name="Google Shape;2046;p45" title="image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5338" y="1183925"/>
            <a:ext cx="5585700" cy="3414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047" name="Google Shape;2047;p45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iBioSim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p46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iBioSim</a:t>
            </a:r>
            <a:endParaRPr/>
          </a:p>
        </p:txBody>
      </p:sp>
      <p:sp>
        <p:nvSpPr>
          <p:cNvPr id="2053" name="Google Shape;2053;p46"/>
          <p:cNvSpPr txBox="1"/>
          <p:nvPr>
            <p:ph idx="1" type="subTitle"/>
          </p:nvPr>
        </p:nvSpPr>
        <p:spPr>
          <a:xfrm>
            <a:off x="902751" y="1634175"/>
            <a:ext cx="3660000" cy="29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en"/>
              <a:t>Component Interplay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E. Coli Cross Feeding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Geobacter Electrogenic Co-culture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MazE/MazF Kill Switch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Quorum Sensing (LuxI/LuxR &amp; LuxS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Nitrogen Denitrification Cascade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Biosynthesis Pathways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46"/>
          <p:cNvSpPr txBox="1"/>
          <p:nvPr>
            <p:ph idx="1" type="subTitle"/>
          </p:nvPr>
        </p:nvSpPr>
        <p:spPr>
          <a:xfrm>
            <a:off x="4562751" y="1634175"/>
            <a:ext cx="3660000" cy="29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en"/>
              <a:t>How the Circuits Connect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Quorum Sensing → Kill Switch: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Gsulf population → AHL → LuxR_AHL → KillSignal → MazF → cell death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Nitrogen Cascade → Geobacter: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NO (from nirS step) → induces extra OmcZ_B → boosts Current output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 E. coli → Biosynthesis: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E. coli strains maintain population stability, providing metabolic context for AcetylCoA-driven biosynthesis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Geobacter → Quorum Sensing: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Gsulf produces AHL (LuxI); Gmet produces AI2 (LuxS)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Both signals reflect Geobacter population density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Kill Switch → Geobacter: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When KillSignal threshold is reached, MazF accumulates and kills both Gsulf and Gmet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Reduces current output and OmcZ expression as a consequence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47"/>
          <p:cNvSpPr/>
          <p:nvPr/>
        </p:nvSpPr>
        <p:spPr>
          <a:xfrm flipH="1" rot="10800000">
            <a:off x="4508838" y="43676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47"/>
          <p:cNvSpPr txBox="1"/>
          <p:nvPr>
            <p:ph type="title"/>
          </p:nvPr>
        </p:nvSpPr>
        <p:spPr>
          <a:xfrm>
            <a:off x="720000" y="448049"/>
            <a:ext cx="7710900" cy="9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User Application</a:t>
            </a:r>
            <a:endParaRPr/>
          </a:p>
        </p:txBody>
      </p:sp>
      <p:sp>
        <p:nvSpPr>
          <p:cNvPr id="2061" name="Google Shape;2061;p47"/>
          <p:cNvSpPr txBox="1"/>
          <p:nvPr>
            <p:ph idx="4294967295" type="subTitle"/>
          </p:nvPr>
        </p:nvSpPr>
        <p:spPr>
          <a:xfrm>
            <a:off x="720000" y="1378950"/>
            <a:ext cx="2835000" cy="31782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Circuits library based on SBML file inputs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Genetic circuit reference table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“Species” defines concentrations for each condition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Sliders affect rates for each attribute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ODE and simulation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Selects Consortium</a:t>
            </a:r>
            <a:endParaRPr sz="1600"/>
          </a:p>
        </p:txBody>
      </p:sp>
      <p:pic>
        <p:nvPicPr>
          <p:cNvPr id="2062" name="Google Shape;2062;p47" title="Screenshot from 2026-04-22 12-20-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6326" y="2292675"/>
            <a:ext cx="2670900" cy="2711100"/>
          </a:xfrm>
          <a:prstGeom prst="roundRect">
            <a:avLst>
              <a:gd fmla="val 332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63" name="Google Shape;2063;p47" title="Screenshot from 2026-04-22 12-20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9150" y="1054800"/>
            <a:ext cx="3135300" cy="1719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48"/>
          <p:cNvSpPr/>
          <p:nvPr/>
        </p:nvSpPr>
        <p:spPr>
          <a:xfrm flipH="1" rot="10800000">
            <a:off x="4508838" y="43676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9" name="Google Shape;2069;p48"/>
          <p:cNvGrpSpPr/>
          <p:nvPr/>
        </p:nvGrpSpPr>
        <p:grpSpPr>
          <a:xfrm rot="-5754368">
            <a:off x="809499" y="3604869"/>
            <a:ext cx="842390" cy="623561"/>
            <a:chOff x="1802638" y="3918302"/>
            <a:chExt cx="842383" cy="623556"/>
          </a:xfrm>
        </p:grpSpPr>
        <p:sp>
          <p:nvSpPr>
            <p:cNvPr id="2070" name="Google Shape;2070;p48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48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48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48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48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48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48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7" name="Google Shape;2077;p48"/>
          <p:cNvGrpSpPr/>
          <p:nvPr/>
        </p:nvGrpSpPr>
        <p:grpSpPr>
          <a:xfrm rot="3214149">
            <a:off x="7822329" y="1543340"/>
            <a:ext cx="341583" cy="347323"/>
            <a:chOff x="3690975" y="407750"/>
            <a:chExt cx="976647" cy="993288"/>
          </a:xfrm>
        </p:grpSpPr>
        <p:sp>
          <p:nvSpPr>
            <p:cNvPr id="2078" name="Google Shape;2078;p48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48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48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48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48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48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4" name="Google Shape;2084;p48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Data Flow Diagram</a:t>
            </a:r>
            <a:endParaRPr/>
          </a:p>
        </p:txBody>
      </p:sp>
      <p:pic>
        <p:nvPicPr>
          <p:cNvPr id="2085" name="Google Shape;2085;p48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1451" y="1112125"/>
            <a:ext cx="4601100" cy="3807300"/>
          </a:xfrm>
          <a:prstGeom prst="roundRect">
            <a:avLst>
              <a:gd fmla="val 725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9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p49"/>
          <p:cNvSpPr txBox="1"/>
          <p:nvPr>
            <p:ph type="title"/>
          </p:nvPr>
        </p:nvSpPr>
        <p:spPr>
          <a:xfrm>
            <a:off x="1084875" y="2319625"/>
            <a:ext cx="4742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Demo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</p:txBody>
      </p:sp>
      <p:sp>
        <p:nvSpPr>
          <p:cNvPr id="2091" name="Google Shape;2091;p49"/>
          <p:cNvSpPr txBox="1"/>
          <p:nvPr>
            <p:ph idx="2" type="title"/>
          </p:nvPr>
        </p:nvSpPr>
        <p:spPr>
          <a:xfrm>
            <a:off x="1084875" y="1362375"/>
            <a:ext cx="14262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49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3" name="Google Shape;2093;p49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2094" name="Google Shape;2094;p4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4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4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4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4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4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4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4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4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4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4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4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4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4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4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4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4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4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4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4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4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4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4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4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4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4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4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4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4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4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4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4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4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4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4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4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4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4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4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4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4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4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4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4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4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4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4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4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4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4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4" name="Google Shape;2144;p49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2145" name="Google Shape;2145;p4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4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4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4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4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4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4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4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4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4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4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4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4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4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4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4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4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4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4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4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4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4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4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4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4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4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4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4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4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4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4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4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4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4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4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4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4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4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4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4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4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4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4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4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4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4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4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4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4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4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5" name="Google Shape;2195;p49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49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p49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8" name="Google Shape;2198;p49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49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0" name="Google Shape;2200;p49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2201" name="Google Shape;2201;p49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2202" name="Google Shape;2202;p49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3" name="Google Shape;2203;p49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4" name="Google Shape;2204;p49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5" name="Google Shape;2205;p49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2206" name="Google Shape;2206;p49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7" name="Google Shape;2207;p49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8" name="Google Shape;2208;p49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9" name="Google Shape;2209;p49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10" name="Google Shape;2210;p49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49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p50"/>
          <p:cNvSpPr txBox="1"/>
          <p:nvPr>
            <p:ph type="title"/>
          </p:nvPr>
        </p:nvSpPr>
        <p:spPr>
          <a:xfrm>
            <a:off x="168175" y="91650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Video</a:t>
            </a:r>
            <a:endParaRPr/>
          </a:p>
        </p:txBody>
      </p:sp>
      <p:pic>
        <p:nvPicPr>
          <p:cNvPr id="2217" name="Google Shape;2217;p50" title="Demo_BE552_Slide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9075" y="840075"/>
            <a:ext cx="7009099" cy="394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51"/>
          <p:cNvSpPr txBox="1"/>
          <p:nvPr>
            <p:ph type="title"/>
          </p:nvPr>
        </p:nvSpPr>
        <p:spPr>
          <a:xfrm>
            <a:off x="1084875" y="2319625"/>
            <a:ext cx="4742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Successes &amp; </a:t>
            </a:r>
            <a:r>
              <a:rPr lang="en" sz="3400"/>
              <a:t>Failures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</p:txBody>
      </p:sp>
      <p:sp>
        <p:nvSpPr>
          <p:cNvPr id="2223" name="Google Shape;2223;p51"/>
          <p:cNvSpPr txBox="1"/>
          <p:nvPr>
            <p:ph idx="2" type="title"/>
          </p:nvPr>
        </p:nvSpPr>
        <p:spPr>
          <a:xfrm>
            <a:off x="1084875" y="1362375"/>
            <a:ext cx="14262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51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5" name="Google Shape;2225;p51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2226" name="Google Shape;2226;p5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5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5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5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5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5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5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5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5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5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5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5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5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5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5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5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5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5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5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5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5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5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5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5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5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5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5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5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5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5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5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5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5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5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5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5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5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5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5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5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5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5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5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5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5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5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5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5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5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5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6" name="Google Shape;2276;p51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2277" name="Google Shape;2277;p5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5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5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5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5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5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5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5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5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5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5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5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5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5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5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5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5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5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5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5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5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5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5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5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5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5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5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5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5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5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5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5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5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5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5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5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5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5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5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5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5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5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5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5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5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5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5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5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5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5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7" name="Google Shape;2327;p51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51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51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51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51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51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51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4" name="Google Shape;2334;p51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2335" name="Google Shape;2335;p51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2336" name="Google Shape;2336;p51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7" name="Google Shape;2337;p51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8" name="Google Shape;2338;p51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9" name="Google Shape;2339;p51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0" name="Google Shape;2340;p51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2341" name="Google Shape;2341;p51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2" name="Google Shape;2342;p51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3" name="Google Shape;2343;p51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52"/>
          <p:cNvSpPr txBox="1"/>
          <p:nvPr>
            <p:ph type="title"/>
          </p:nvPr>
        </p:nvSpPr>
        <p:spPr>
          <a:xfrm>
            <a:off x="720000" y="933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Analyses</a:t>
            </a:r>
            <a:endParaRPr/>
          </a:p>
        </p:txBody>
      </p:sp>
      <p:sp>
        <p:nvSpPr>
          <p:cNvPr id="2349" name="Google Shape;2349;p52"/>
          <p:cNvSpPr txBox="1"/>
          <p:nvPr>
            <p:ph idx="1" type="subTitle"/>
          </p:nvPr>
        </p:nvSpPr>
        <p:spPr>
          <a:xfrm>
            <a:off x="4731675" y="1288775"/>
            <a:ext cx="4106100" cy="37365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Difficult to Address Complexity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Char char="●"/>
            </a:pPr>
            <a:r>
              <a:rPr lang="en" sz="1500">
                <a:solidFill>
                  <a:srgbClr val="D6D5D4"/>
                </a:solidFill>
              </a:rPr>
              <a:t>Model connections are extremely diverse and difficult to keep track of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Difficult to Validate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Char char="●"/>
            </a:pPr>
            <a:r>
              <a:rPr lang="en" sz="1500">
                <a:solidFill>
                  <a:srgbClr val="D6D5D4"/>
                </a:solidFill>
              </a:rPr>
              <a:t>Model assumptions may not hold in real world scenarios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No Standard MFC Models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Char char="●"/>
            </a:pPr>
            <a:r>
              <a:rPr lang="en" sz="1500">
                <a:solidFill>
                  <a:srgbClr val="D6D5D4"/>
                </a:solidFill>
              </a:rPr>
              <a:t>A lack of existing standards makes industry adoption difficult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Oversimplified Models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Models did not capture full complexity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Data Limitations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Limited quantitative data reduced accuracy weakening the predictive reliability of outcomes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350" name="Google Shape;2350;p52"/>
          <p:cNvSpPr txBox="1"/>
          <p:nvPr>
            <p:ph idx="2" type="subTitle"/>
          </p:nvPr>
        </p:nvSpPr>
        <p:spPr>
          <a:xfrm>
            <a:off x="397275" y="1288775"/>
            <a:ext cx="4334400" cy="37365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Modular Design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Flexible framework allowed circuits to be freely combined across categories</a:t>
            </a:r>
            <a:endParaRPr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Enabled rapid ecosystem assembly 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Biological Grounding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Sludge circuits were </a:t>
            </a:r>
            <a:r>
              <a:rPr lang="en" sz="1500">
                <a:solidFill>
                  <a:srgbClr val="D6D5D4"/>
                </a:solidFill>
              </a:rPr>
              <a:t>drawn from</a:t>
            </a:r>
            <a:r>
              <a:rPr lang="en" sz="1500">
                <a:solidFill>
                  <a:srgbClr val="D6D5D4"/>
                </a:solidFill>
              </a:rPr>
              <a:t> validated literature, </a:t>
            </a:r>
            <a:r>
              <a:rPr lang="en" sz="1500">
                <a:solidFill>
                  <a:srgbClr val="D6D5D4"/>
                </a:solidFill>
              </a:rPr>
              <a:t>reflecting</a:t>
            </a:r>
            <a:r>
              <a:rPr lang="en" sz="1500">
                <a:solidFill>
                  <a:srgbClr val="D6D5D4"/>
                </a:solidFill>
              </a:rPr>
              <a:t> grounded data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Accessible Interface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GUI design made complex ecosystem approachable </a:t>
            </a:r>
            <a:endParaRPr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Users can easily configure and simulate microbial communities 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Relevant Literature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Plenty of relevant literature was found for our project, including relevant equations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51" name="Google Shape;2351;p52"/>
          <p:cNvSpPr txBox="1"/>
          <p:nvPr>
            <p:ph idx="3" type="subTitle"/>
          </p:nvPr>
        </p:nvSpPr>
        <p:spPr>
          <a:xfrm>
            <a:off x="397275" y="835650"/>
            <a:ext cx="4334400" cy="4530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What Went Right</a:t>
            </a:r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52" name="Google Shape;2352;p52"/>
          <p:cNvSpPr txBox="1"/>
          <p:nvPr>
            <p:ph idx="4" type="subTitle"/>
          </p:nvPr>
        </p:nvSpPr>
        <p:spPr>
          <a:xfrm>
            <a:off x="4731675" y="835650"/>
            <a:ext cx="4106100" cy="4530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What Went Wrong</a:t>
            </a:r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6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Tradeoffs</a:t>
            </a:r>
            <a:endParaRPr/>
          </a:p>
        </p:txBody>
      </p:sp>
      <p:sp>
        <p:nvSpPr>
          <p:cNvPr id="2358" name="Google Shape;2358;p53"/>
          <p:cNvSpPr txBox="1"/>
          <p:nvPr>
            <p:ph idx="2" type="subTitle"/>
          </p:nvPr>
        </p:nvSpPr>
        <p:spPr>
          <a:xfrm>
            <a:off x="720000" y="1114500"/>
            <a:ext cx="7704000" cy="35544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D6D5D4"/>
                </a:solidFill>
              </a:rPr>
              <a:t>Biological Realism vs. Computational Simplicity</a:t>
            </a:r>
            <a:endParaRPr b="1"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Simplified models kept simulation fast but sacrificed accuracy in metabolic dynamics</a:t>
            </a:r>
            <a:endParaRPr sz="17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D6D5D4"/>
                </a:solidFill>
              </a:rPr>
              <a:t>Modularity vs. System Stability</a:t>
            </a:r>
            <a:endParaRPr b="1"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Free circuit combination boosted flexibility in circuits but made ecosystems prone to collapse</a:t>
            </a:r>
            <a:endParaRPr sz="17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D6D5D4"/>
                </a:solidFill>
              </a:rPr>
              <a:t>User Accessibility vs. Model Complexity</a:t>
            </a:r>
            <a:endParaRPr b="1"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The GUI lowered the learning curve for Users but constrained parameter control</a:t>
            </a:r>
            <a:endParaRPr sz="17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D6D5D4"/>
                </a:solidFill>
              </a:rPr>
              <a:t>Literature-Based Selection vs. Design Flexibility</a:t>
            </a:r>
            <a:endParaRPr b="1"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Grounding </a:t>
            </a:r>
            <a:r>
              <a:rPr lang="en" sz="1700">
                <a:solidFill>
                  <a:srgbClr val="D6D5D4"/>
                </a:solidFill>
              </a:rPr>
              <a:t>circuits in validated literature ensured biological relevance but narrowed circuit diversity</a:t>
            </a:r>
            <a:endParaRPr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2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p54"/>
          <p:cNvSpPr txBox="1"/>
          <p:nvPr>
            <p:ph type="title"/>
          </p:nvPr>
        </p:nvSpPr>
        <p:spPr>
          <a:xfrm>
            <a:off x="720000" y="933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Improvements</a:t>
            </a:r>
            <a:endParaRPr/>
          </a:p>
        </p:txBody>
      </p:sp>
      <p:sp>
        <p:nvSpPr>
          <p:cNvPr id="2364" name="Google Shape;2364;p54"/>
          <p:cNvSpPr txBox="1"/>
          <p:nvPr>
            <p:ph idx="2" type="subTitle"/>
          </p:nvPr>
        </p:nvSpPr>
        <p:spPr>
          <a:xfrm>
            <a:off x="1056850" y="743575"/>
            <a:ext cx="7314600" cy="39153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Scoring relies solely on design rules 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experimental validation would strengthen predictive confidence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Simulations lack uncertainty quantification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adding stochastic modeling would capture biological variability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The circuit library is static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 enabling user defined </a:t>
            </a:r>
            <a:r>
              <a:rPr lang="en" sz="1700">
                <a:solidFill>
                  <a:srgbClr val="D6D5D4"/>
                </a:solidFill>
              </a:rPr>
              <a:t>combinations would expand design space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Dependency rules are manually curated 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Integrating automated inference would improve scalability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Slider outputs are deterministic 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incorporating sensitivity ranges would better reflect real system dynamics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Expanding circuit categories would increase the platform's biological coverage</a:t>
            </a:r>
            <a:endParaRPr sz="1700">
              <a:solidFill>
                <a:srgbClr val="D6D5D4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p55"/>
          <p:cNvSpPr txBox="1"/>
          <p:nvPr>
            <p:ph type="title"/>
          </p:nvPr>
        </p:nvSpPr>
        <p:spPr>
          <a:xfrm>
            <a:off x="720000" y="933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Worked on What</a:t>
            </a:r>
            <a:endParaRPr/>
          </a:p>
        </p:txBody>
      </p:sp>
      <p:sp>
        <p:nvSpPr>
          <p:cNvPr id="2370" name="Google Shape;2370;p55"/>
          <p:cNvSpPr txBox="1"/>
          <p:nvPr>
            <p:ph idx="2" type="subTitle"/>
          </p:nvPr>
        </p:nvSpPr>
        <p:spPr>
          <a:xfrm>
            <a:off x="2139300" y="1374725"/>
            <a:ext cx="4865400" cy="19851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accent2"/>
                </a:solidFill>
              </a:rPr>
              <a:t>Literature Review: </a:t>
            </a:r>
            <a:r>
              <a:rPr lang="en" sz="1350">
                <a:solidFill>
                  <a:schemeClr val="accent6"/>
                </a:solidFill>
              </a:rPr>
              <a:t>Jaleel</a:t>
            </a:r>
            <a:endParaRPr sz="1350">
              <a:solidFill>
                <a:schemeClr val="accent6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accent2"/>
                </a:solidFill>
              </a:rPr>
              <a:t>Knox Circuits: </a:t>
            </a:r>
            <a:r>
              <a:rPr lang="en" sz="1350">
                <a:solidFill>
                  <a:srgbClr val="FFFFFF"/>
                </a:solidFill>
              </a:rPr>
              <a:t>Nora &amp; Jon</a:t>
            </a:r>
            <a:endParaRPr sz="1350">
              <a:solidFill>
                <a:srgbClr val="FFFF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accent2"/>
                </a:solidFill>
              </a:rPr>
              <a:t>Simulations: </a:t>
            </a:r>
            <a:r>
              <a:rPr lang="en" sz="1350">
                <a:solidFill>
                  <a:srgbClr val="FFFFFF"/>
                </a:solidFill>
              </a:rPr>
              <a:t>Nora, Jon, Jaleel, William</a:t>
            </a:r>
            <a:endParaRPr sz="1350">
              <a:solidFill>
                <a:srgbClr val="FFFF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350">
                <a:solidFill>
                  <a:schemeClr val="accent2"/>
                </a:solidFill>
              </a:rPr>
              <a:t>GUI interface: </a:t>
            </a:r>
            <a:r>
              <a:rPr lang="en" sz="1350">
                <a:solidFill>
                  <a:srgbClr val="FFFFFF"/>
                </a:solidFill>
              </a:rPr>
              <a:t>Nora, Jon, Jaleel, William</a:t>
            </a:r>
            <a:endParaRPr sz="13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A2D5A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2374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p56"/>
          <p:cNvSpPr txBox="1"/>
          <p:nvPr>
            <p:ph type="title"/>
          </p:nvPr>
        </p:nvSpPr>
        <p:spPr>
          <a:xfrm>
            <a:off x="2347950" y="540000"/>
            <a:ext cx="4448100" cy="13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Thanks!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376" name="Google Shape;2376;p56"/>
          <p:cNvSpPr txBox="1"/>
          <p:nvPr>
            <p:ph idx="1" type="subTitle"/>
          </p:nvPr>
        </p:nvSpPr>
        <p:spPr>
          <a:xfrm>
            <a:off x="2322050" y="233960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GitHub: 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2377" name="Google Shape;2377;p56"/>
          <p:cNvGrpSpPr/>
          <p:nvPr/>
        </p:nvGrpSpPr>
        <p:grpSpPr>
          <a:xfrm rot="3214149">
            <a:off x="7596129" y="2949965"/>
            <a:ext cx="341583" cy="347323"/>
            <a:chOff x="3690975" y="407750"/>
            <a:chExt cx="976647" cy="993288"/>
          </a:xfrm>
        </p:grpSpPr>
        <p:sp>
          <p:nvSpPr>
            <p:cNvPr id="2378" name="Google Shape;2378;p56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56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56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56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56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56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4" name="Google Shape;2384;p56"/>
          <p:cNvGrpSpPr/>
          <p:nvPr/>
        </p:nvGrpSpPr>
        <p:grpSpPr>
          <a:xfrm rot="3214149">
            <a:off x="2024004" y="1943765"/>
            <a:ext cx="341583" cy="347323"/>
            <a:chOff x="3690975" y="407750"/>
            <a:chExt cx="976647" cy="993288"/>
          </a:xfrm>
        </p:grpSpPr>
        <p:sp>
          <p:nvSpPr>
            <p:cNvPr id="2385" name="Google Shape;2385;p56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56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56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56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56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56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1" name="Google Shape;2391;p56"/>
          <p:cNvGrpSpPr/>
          <p:nvPr/>
        </p:nvGrpSpPr>
        <p:grpSpPr>
          <a:xfrm>
            <a:off x="299262" y="263401"/>
            <a:ext cx="827937" cy="4616694"/>
            <a:chOff x="1273225" y="238125"/>
            <a:chExt cx="911925" cy="5085025"/>
          </a:xfrm>
        </p:grpSpPr>
        <p:sp>
          <p:nvSpPr>
            <p:cNvPr id="2392" name="Google Shape;2392;p56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5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5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5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5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5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5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56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56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56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56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56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56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56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56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56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56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56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56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56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56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56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56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56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56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56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56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56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56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56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56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56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56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56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56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56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56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56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56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56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56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56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56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56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56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56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56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56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56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56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2" name="Google Shape;2442;p56"/>
          <p:cNvGrpSpPr/>
          <p:nvPr/>
        </p:nvGrpSpPr>
        <p:grpSpPr>
          <a:xfrm rot="2125941">
            <a:off x="7200438" y="715525"/>
            <a:ext cx="1331705" cy="985765"/>
            <a:chOff x="1802638" y="3918302"/>
            <a:chExt cx="842383" cy="623556"/>
          </a:xfrm>
        </p:grpSpPr>
        <p:sp>
          <p:nvSpPr>
            <p:cNvPr id="2443" name="Google Shape;2443;p56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56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56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56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56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56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56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0" name="Google Shape;2450;p56"/>
          <p:cNvSpPr/>
          <p:nvPr/>
        </p:nvSpPr>
        <p:spPr>
          <a:xfrm>
            <a:off x="4438788" y="42077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1" name="Google Shape;2451;p56"/>
          <p:cNvSpPr/>
          <p:nvPr/>
        </p:nvSpPr>
        <p:spPr>
          <a:xfrm>
            <a:off x="1670963" y="95417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2" name="Google Shape;2452;p56"/>
          <p:cNvSpPr/>
          <p:nvPr/>
        </p:nvSpPr>
        <p:spPr>
          <a:xfrm>
            <a:off x="2347888" y="280235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56"/>
          <p:cNvSpPr/>
          <p:nvPr/>
        </p:nvSpPr>
        <p:spPr>
          <a:xfrm>
            <a:off x="1385363" y="42400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56"/>
          <p:cNvSpPr/>
          <p:nvPr/>
        </p:nvSpPr>
        <p:spPr>
          <a:xfrm>
            <a:off x="7097163" y="22248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56"/>
          <p:cNvSpPr/>
          <p:nvPr/>
        </p:nvSpPr>
        <p:spPr>
          <a:xfrm>
            <a:off x="8214638" y="41068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56"/>
          <p:cNvSpPr/>
          <p:nvPr/>
        </p:nvSpPr>
        <p:spPr>
          <a:xfrm>
            <a:off x="4505338" y="47469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netic Engineering and Synthetic Biology Thesis Defense by Slidesgo">
  <a:themeElements>
    <a:clrScheme name="Simple Light">
      <a:dk1>
        <a:srgbClr val="00BDDF"/>
      </a:dk1>
      <a:lt1>
        <a:srgbClr val="002049"/>
      </a:lt1>
      <a:dk2>
        <a:srgbClr val="101122"/>
      </a:dk2>
      <a:lt2>
        <a:srgbClr val="66E8FF"/>
      </a:lt2>
      <a:accent1>
        <a:srgbClr val="EE9671"/>
      </a:accent1>
      <a:accent2>
        <a:srgbClr val="E55F4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BDD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